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ar-IQ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41" autoAdjust="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outlineViewPr>
    <p:cViewPr>
      <p:scale>
        <a:sx n="33" d="100"/>
        <a:sy n="33" d="100"/>
      </p:scale>
      <p:origin x="0" y="-5587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159898-BC6A-4DE3-89ED-6D9C3998FCD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C4F809A-3BF9-42AA-81B3-E32DC36B8D9F}">
      <dgm:prSet/>
      <dgm:spPr/>
      <dgm:t>
        <a:bodyPr/>
        <a:lstStyle/>
        <a:p>
          <a:r>
            <a:rPr lang="en-US" b="1"/>
            <a:t>Immunization</a:t>
          </a:r>
          <a:r>
            <a:rPr lang="en-US"/>
            <a:t> is the process of preparing the body to fight specific diseases through the induction of immunity.</a:t>
          </a:r>
        </a:p>
      </dgm:t>
    </dgm:pt>
    <dgm:pt modelId="{94E9A5D7-4B46-44FB-9D50-0A58A85AF293}" type="parTrans" cxnId="{BA7F1F4B-00C7-4225-9F12-34EE0ACDBC3F}">
      <dgm:prSet/>
      <dgm:spPr/>
      <dgm:t>
        <a:bodyPr/>
        <a:lstStyle/>
        <a:p>
          <a:endParaRPr lang="en-US"/>
        </a:p>
      </dgm:t>
    </dgm:pt>
    <dgm:pt modelId="{C493F0C0-C282-4D04-9E57-7EDF1F38B595}" type="sibTrans" cxnId="{BA7F1F4B-00C7-4225-9F12-34EE0ACDBC3F}">
      <dgm:prSet/>
      <dgm:spPr/>
      <dgm:t>
        <a:bodyPr/>
        <a:lstStyle/>
        <a:p>
          <a:endParaRPr lang="en-US"/>
        </a:p>
      </dgm:t>
    </dgm:pt>
    <dgm:pt modelId="{D9E5EAE4-30D4-4353-9818-871E3F1B074E}">
      <dgm:prSet/>
      <dgm:spPr/>
      <dgm:t>
        <a:bodyPr/>
        <a:lstStyle/>
        <a:p>
          <a:r>
            <a:rPr lang="en-US"/>
            <a:t>There are </a:t>
          </a:r>
          <a:r>
            <a:rPr lang="en-US" b="1"/>
            <a:t>two types of immunization</a:t>
          </a:r>
          <a:r>
            <a:rPr lang="en-US"/>
            <a:t>:</a:t>
          </a:r>
        </a:p>
      </dgm:t>
    </dgm:pt>
    <dgm:pt modelId="{751AA8FE-B477-48EF-BC4F-6FC4FB701C00}" type="parTrans" cxnId="{9789A12F-6F9B-4439-BC5B-7D98924F51D3}">
      <dgm:prSet/>
      <dgm:spPr/>
      <dgm:t>
        <a:bodyPr/>
        <a:lstStyle/>
        <a:p>
          <a:endParaRPr lang="en-US"/>
        </a:p>
      </dgm:t>
    </dgm:pt>
    <dgm:pt modelId="{1D519E63-B08B-4572-8C57-3D01446EC1AB}" type="sibTrans" cxnId="{9789A12F-6F9B-4439-BC5B-7D98924F51D3}">
      <dgm:prSet/>
      <dgm:spPr/>
      <dgm:t>
        <a:bodyPr/>
        <a:lstStyle/>
        <a:p>
          <a:endParaRPr lang="en-US"/>
        </a:p>
      </dgm:t>
    </dgm:pt>
    <dgm:pt modelId="{73738060-14D7-4789-9E7A-E440FD298897}" type="pres">
      <dgm:prSet presAssocID="{ED159898-BC6A-4DE3-89ED-6D9C3998FCD5}" presName="vert0" presStyleCnt="0">
        <dgm:presLayoutVars>
          <dgm:dir/>
          <dgm:animOne val="branch"/>
          <dgm:animLvl val="lvl"/>
        </dgm:presLayoutVars>
      </dgm:prSet>
      <dgm:spPr/>
    </dgm:pt>
    <dgm:pt modelId="{1153D384-CE0E-4D58-B663-1B9347D0A96C}" type="pres">
      <dgm:prSet presAssocID="{EC4F809A-3BF9-42AA-81B3-E32DC36B8D9F}" presName="thickLine" presStyleLbl="alignNode1" presStyleIdx="0" presStyleCnt="2"/>
      <dgm:spPr/>
    </dgm:pt>
    <dgm:pt modelId="{7021353F-6F8C-4668-ABE1-46921DB8F9F7}" type="pres">
      <dgm:prSet presAssocID="{EC4F809A-3BF9-42AA-81B3-E32DC36B8D9F}" presName="horz1" presStyleCnt="0"/>
      <dgm:spPr/>
    </dgm:pt>
    <dgm:pt modelId="{43132D55-BDCC-47C4-B917-A18CEEC788C1}" type="pres">
      <dgm:prSet presAssocID="{EC4F809A-3BF9-42AA-81B3-E32DC36B8D9F}" presName="tx1" presStyleLbl="revTx" presStyleIdx="0" presStyleCnt="2"/>
      <dgm:spPr/>
    </dgm:pt>
    <dgm:pt modelId="{3E0B74BF-90C4-4764-8994-87B66043FED4}" type="pres">
      <dgm:prSet presAssocID="{EC4F809A-3BF9-42AA-81B3-E32DC36B8D9F}" presName="vert1" presStyleCnt="0"/>
      <dgm:spPr/>
    </dgm:pt>
    <dgm:pt modelId="{B8EB3ACD-C803-4471-9B7F-C03593AF9CBD}" type="pres">
      <dgm:prSet presAssocID="{D9E5EAE4-30D4-4353-9818-871E3F1B074E}" presName="thickLine" presStyleLbl="alignNode1" presStyleIdx="1" presStyleCnt="2"/>
      <dgm:spPr/>
    </dgm:pt>
    <dgm:pt modelId="{798B9E30-A566-4C59-BCB4-E7BC98010364}" type="pres">
      <dgm:prSet presAssocID="{D9E5EAE4-30D4-4353-9818-871E3F1B074E}" presName="horz1" presStyleCnt="0"/>
      <dgm:spPr/>
    </dgm:pt>
    <dgm:pt modelId="{BC3CFFDC-793E-460F-BD72-C3C49F9B21FD}" type="pres">
      <dgm:prSet presAssocID="{D9E5EAE4-30D4-4353-9818-871E3F1B074E}" presName="tx1" presStyleLbl="revTx" presStyleIdx="1" presStyleCnt="2"/>
      <dgm:spPr/>
    </dgm:pt>
    <dgm:pt modelId="{A92CA378-9AB4-4689-85B6-F84AFC06F75D}" type="pres">
      <dgm:prSet presAssocID="{D9E5EAE4-30D4-4353-9818-871E3F1B074E}" presName="vert1" presStyleCnt="0"/>
      <dgm:spPr/>
    </dgm:pt>
  </dgm:ptLst>
  <dgm:cxnLst>
    <dgm:cxn modelId="{B00DDF2C-74D6-4AA4-9BD0-1882204BDF2B}" type="presOf" srcId="{D9E5EAE4-30D4-4353-9818-871E3F1B074E}" destId="{BC3CFFDC-793E-460F-BD72-C3C49F9B21FD}" srcOrd="0" destOrd="0" presId="urn:microsoft.com/office/officeart/2008/layout/LinedList"/>
    <dgm:cxn modelId="{9789A12F-6F9B-4439-BC5B-7D98924F51D3}" srcId="{ED159898-BC6A-4DE3-89ED-6D9C3998FCD5}" destId="{D9E5EAE4-30D4-4353-9818-871E3F1B074E}" srcOrd="1" destOrd="0" parTransId="{751AA8FE-B477-48EF-BC4F-6FC4FB701C00}" sibTransId="{1D519E63-B08B-4572-8C57-3D01446EC1AB}"/>
    <dgm:cxn modelId="{BA7F1F4B-00C7-4225-9F12-34EE0ACDBC3F}" srcId="{ED159898-BC6A-4DE3-89ED-6D9C3998FCD5}" destId="{EC4F809A-3BF9-42AA-81B3-E32DC36B8D9F}" srcOrd="0" destOrd="0" parTransId="{94E9A5D7-4B46-44FB-9D50-0A58A85AF293}" sibTransId="{C493F0C0-C282-4D04-9E57-7EDF1F38B595}"/>
    <dgm:cxn modelId="{73616655-7BC9-4436-91B9-358520299691}" type="presOf" srcId="{EC4F809A-3BF9-42AA-81B3-E32DC36B8D9F}" destId="{43132D55-BDCC-47C4-B917-A18CEEC788C1}" srcOrd="0" destOrd="0" presId="urn:microsoft.com/office/officeart/2008/layout/LinedList"/>
    <dgm:cxn modelId="{5B512359-9DE3-4A4B-A77B-750F9E225B66}" type="presOf" srcId="{ED159898-BC6A-4DE3-89ED-6D9C3998FCD5}" destId="{73738060-14D7-4789-9E7A-E440FD298897}" srcOrd="0" destOrd="0" presId="urn:microsoft.com/office/officeart/2008/layout/LinedList"/>
    <dgm:cxn modelId="{B3ABC308-E4ED-48F8-A19B-124BBAFB5069}" type="presParOf" srcId="{73738060-14D7-4789-9E7A-E440FD298897}" destId="{1153D384-CE0E-4D58-B663-1B9347D0A96C}" srcOrd="0" destOrd="0" presId="urn:microsoft.com/office/officeart/2008/layout/LinedList"/>
    <dgm:cxn modelId="{17155A92-686B-4BED-BDB6-53432B6BD543}" type="presParOf" srcId="{73738060-14D7-4789-9E7A-E440FD298897}" destId="{7021353F-6F8C-4668-ABE1-46921DB8F9F7}" srcOrd="1" destOrd="0" presId="urn:microsoft.com/office/officeart/2008/layout/LinedList"/>
    <dgm:cxn modelId="{9107439B-AAB7-4D4A-BD03-938A724EA2BD}" type="presParOf" srcId="{7021353F-6F8C-4668-ABE1-46921DB8F9F7}" destId="{43132D55-BDCC-47C4-B917-A18CEEC788C1}" srcOrd="0" destOrd="0" presId="urn:microsoft.com/office/officeart/2008/layout/LinedList"/>
    <dgm:cxn modelId="{47931FB7-254D-446A-90C7-EC9D1DDA7936}" type="presParOf" srcId="{7021353F-6F8C-4668-ABE1-46921DB8F9F7}" destId="{3E0B74BF-90C4-4764-8994-87B66043FED4}" srcOrd="1" destOrd="0" presId="urn:microsoft.com/office/officeart/2008/layout/LinedList"/>
    <dgm:cxn modelId="{697A6C8A-5D50-4782-AF59-E34F65EC9D69}" type="presParOf" srcId="{73738060-14D7-4789-9E7A-E440FD298897}" destId="{B8EB3ACD-C803-4471-9B7F-C03593AF9CBD}" srcOrd="2" destOrd="0" presId="urn:microsoft.com/office/officeart/2008/layout/LinedList"/>
    <dgm:cxn modelId="{C41E2026-A1B3-4362-B89E-24247DD589EC}" type="presParOf" srcId="{73738060-14D7-4789-9E7A-E440FD298897}" destId="{798B9E30-A566-4C59-BCB4-E7BC98010364}" srcOrd="3" destOrd="0" presId="urn:microsoft.com/office/officeart/2008/layout/LinedList"/>
    <dgm:cxn modelId="{2B61E34A-9C1C-4744-B621-8B60A0CB34E3}" type="presParOf" srcId="{798B9E30-A566-4C59-BCB4-E7BC98010364}" destId="{BC3CFFDC-793E-460F-BD72-C3C49F9B21FD}" srcOrd="0" destOrd="0" presId="urn:microsoft.com/office/officeart/2008/layout/LinedList"/>
    <dgm:cxn modelId="{AED4A27F-4900-4851-AD53-C6CD656AD265}" type="presParOf" srcId="{798B9E30-A566-4C59-BCB4-E7BC98010364}" destId="{A92CA378-9AB4-4689-85B6-F84AFC06F75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B2050D-388C-41CF-BF00-6581BD4AB1A9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41640D-2917-471A-AB10-27BD69C886FB}">
      <dgm:prSet/>
      <dgm:spPr/>
      <dgm:t>
        <a:bodyPr/>
        <a:lstStyle/>
        <a:p>
          <a:r>
            <a:rPr lang="en-US" b="1"/>
            <a:t>Passive Immunization</a:t>
          </a:r>
          <a:r>
            <a:rPr lang="en-US"/>
            <a:t> (Natural and Artificial)</a:t>
          </a:r>
        </a:p>
      </dgm:t>
    </dgm:pt>
    <dgm:pt modelId="{4F273581-CB8A-4F67-8AD5-197824653497}" type="parTrans" cxnId="{A46BBA9A-F768-4F2A-8E79-A5C2D1A964AF}">
      <dgm:prSet/>
      <dgm:spPr/>
      <dgm:t>
        <a:bodyPr/>
        <a:lstStyle/>
        <a:p>
          <a:endParaRPr lang="en-US"/>
        </a:p>
      </dgm:t>
    </dgm:pt>
    <dgm:pt modelId="{0FCB5AB3-3D8C-4BC0-89AD-3CD34393FA15}" type="sibTrans" cxnId="{A46BBA9A-F768-4F2A-8E79-A5C2D1A964AF}">
      <dgm:prSet/>
      <dgm:spPr/>
      <dgm:t>
        <a:bodyPr/>
        <a:lstStyle/>
        <a:p>
          <a:endParaRPr lang="en-US"/>
        </a:p>
      </dgm:t>
    </dgm:pt>
    <dgm:pt modelId="{8E9D97F1-AE87-4404-A030-1399E909947C}">
      <dgm:prSet/>
      <dgm:spPr/>
      <dgm:t>
        <a:bodyPr/>
        <a:lstStyle/>
        <a:p>
          <a:r>
            <a:rPr lang="en-US"/>
            <a:t>Natural: Transfer of antibodies from mother to child through the placenta.</a:t>
          </a:r>
        </a:p>
      </dgm:t>
    </dgm:pt>
    <dgm:pt modelId="{A6CECABC-24E6-468B-8D97-3307D0273237}" type="parTrans" cxnId="{C2E4E4B9-6373-4885-8972-8EEDF2994824}">
      <dgm:prSet/>
      <dgm:spPr/>
      <dgm:t>
        <a:bodyPr/>
        <a:lstStyle/>
        <a:p>
          <a:endParaRPr lang="en-US"/>
        </a:p>
      </dgm:t>
    </dgm:pt>
    <dgm:pt modelId="{8897D679-045A-4AC5-9E51-174EE9E2E9A0}" type="sibTrans" cxnId="{C2E4E4B9-6373-4885-8972-8EEDF2994824}">
      <dgm:prSet/>
      <dgm:spPr/>
      <dgm:t>
        <a:bodyPr/>
        <a:lstStyle/>
        <a:p>
          <a:endParaRPr lang="en-US"/>
        </a:p>
      </dgm:t>
    </dgm:pt>
    <dgm:pt modelId="{9DF7CEAF-B726-4154-964E-7A3F65D61C33}">
      <dgm:prSet/>
      <dgm:spPr/>
      <dgm:t>
        <a:bodyPr/>
        <a:lstStyle/>
        <a:p>
          <a:r>
            <a:rPr lang="en-US"/>
            <a:t>Artificial: Administration of immunoglobulins containing antibodies, often for emergency or contact cases.</a:t>
          </a:r>
        </a:p>
      </dgm:t>
    </dgm:pt>
    <dgm:pt modelId="{B6B9D8EF-BDB0-4773-9493-22BF1F93BFEE}" type="parTrans" cxnId="{1B1C393B-9BFC-42FF-A8E1-B43C69DA22D6}">
      <dgm:prSet/>
      <dgm:spPr/>
      <dgm:t>
        <a:bodyPr/>
        <a:lstStyle/>
        <a:p>
          <a:endParaRPr lang="en-US"/>
        </a:p>
      </dgm:t>
    </dgm:pt>
    <dgm:pt modelId="{63067F76-4A48-4B5A-9918-E74E64C43D00}" type="sibTrans" cxnId="{1B1C393B-9BFC-42FF-A8E1-B43C69DA22D6}">
      <dgm:prSet/>
      <dgm:spPr/>
      <dgm:t>
        <a:bodyPr/>
        <a:lstStyle/>
        <a:p>
          <a:endParaRPr lang="en-US"/>
        </a:p>
      </dgm:t>
    </dgm:pt>
    <dgm:pt modelId="{AD5DF72B-CF08-4B5E-98AC-3B5380917F86}">
      <dgm:prSet/>
      <dgm:spPr/>
      <dgm:t>
        <a:bodyPr/>
        <a:lstStyle/>
        <a:p>
          <a:r>
            <a:rPr lang="en-US" b="1"/>
            <a:t>Active Immunization</a:t>
          </a:r>
          <a:r>
            <a:rPr lang="en-US"/>
            <a:t> (Natural and Acquired)</a:t>
          </a:r>
        </a:p>
      </dgm:t>
    </dgm:pt>
    <dgm:pt modelId="{5C0DC5EA-ED73-4239-964F-0461736D4F33}" type="parTrans" cxnId="{EFE552F9-1991-4025-B89D-9538B6AE289B}">
      <dgm:prSet/>
      <dgm:spPr/>
      <dgm:t>
        <a:bodyPr/>
        <a:lstStyle/>
        <a:p>
          <a:endParaRPr lang="en-US"/>
        </a:p>
      </dgm:t>
    </dgm:pt>
    <dgm:pt modelId="{8670C40A-D6E0-486F-8C41-C141B47EA97F}" type="sibTrans" cxnId="{EFE552F9-1991-4025-B89D-9538B6AE289B}">
      <dgm:prSet/>
      <dgm:spPr/>
      <dgm:t>
        <a:bodyPr/>
        <a:lstStyle/>
        <a:p>
          <a:endParaRPr lang="en-US"/>
        </a:p>
      </dgm:t>
    </dgm:pt>
    <dgm:pt modelId="{4D8A219E-72E2-4EF4-96AD-DE77CE6386CF}">
      <dgm:prSet/>
      <dgm:spPr/>
      <dgm:t>
        <a:bodyPr/>
        <a:lstStyle/>
        <a:p>
          <a:r>
            <a:rPr lang="en-US"/>
            <a:t>Natural: Acquiring immunity through infections.</a:t>
          </a:r>
        </a:p>
      </dgm:t>
    </dgm:pt>
    <dgm:pt modelId="{91CE16A9-3EBB-4334-B319-E51481BE6D67}" type="parTrans" cxnId="{99151970-1E8C-4980-9AA3-2503413CA0E7}">
      <dgm:prSet/>
      <dgm:spPr/>
      <dgm:t>
        <a:bodyPr/>
        <a:lstStyle/>
        <a:p>
          <a:endParaRPr lang="en-US"/>
        </a:p>
      </dgm:t>
    </dgm:pt>
    <dgm:pt modelId="{2D2AA752-B510-4D7F-92E4-394660F77312}" type="sibTrans" cxnId="{99151970-1E8C-4980-9AA3-2503413CA0E7}">
      <dgm:prSet/>
      <dgm:spPr/>
      <dgm:t>
        <a:bodyPr/>
        <a:lstStyle/>
        <a:p>
          <a:endParaRPr lang="en-US"/>
        </a:p>
      </dgm:t>
    </dgm:pt>
    <dgm:pt modelId="{A5187DCF-3757-414E-8121-D6411ADF3025}">
      <dgm:prSet/>
      <dgm:spPr/>
      <dgm:t>
        <a:bodyPr/>
        <a:lstStyle/>
        <a:p>
          <a:r>
            <a:rPr lang="en-US"/>
            <a:t>Acquired: Induced through vaccines.</a:t>
          </a:r>
        </a:p>
      </dgm:t>
    </dgm:pt>
    <dgm:pt modelId="{45D50DF6-4AE0-4F69-8184-63D5AFA215B6}" type="parTrans" cxnId="{B23202A7-FAB0-44F4-A69B-5C56A71A8930}">
      <dgm:prSet/>
      <dgm:spPr/>
      <dgm:t>
        <a:bodyPr/>
        <a:lstStyle/>
        <a:p>
          <a:endParaRPr lang="en-US"/>
        </a:p>
      </dgm:t>
    </dgm:pt>
    <dgm:pt modelId="{03F24395-C019-4F06-9251-A2661B6C674C}" type="sibTrans" cxnId="{B23202A7-FAB0-44F4-A69B-5C56A71A8930}">
      <dgm:prSet/>
      <dgm:spPr/>
      <dgm:t>
        <a:bodyPr/>
        <a:lstStyle/>
        <a:p>
          <a:endParaRPr lang="en-US"/>
        </a:p>
      </dgm:t>
    </dgm:pt>
    <dgm:pt modelId="{8183FE79-74A7-4BC2-9C9F-C121F2751766}" type="pres">
      <dgm:prSet presAssocID="{10B2050D-388C-41CF-BF00-6581BD4AB1A9}" presName="Name0" presStyleCnt="0">
        <dgm:presLayoutVars>
          <dgm:dir/>
          <dgm:animLvl val="lvl"/>
          <dgm:resizeHandles val="exact"/>
        </dgm:presLayoutVars>
      </dgm:prSet>
      <dgm:spPr/>
    </dgm:pt>
    <dgm:pt modelId="{C6252575-4D6D-4D85-BADB-6BB45AAEA3A7}" type="pres">
      <dgm:prSet presAssocID="{5A41640D-2917-471A-AB10-27BD69C886FB}" presName="composite" presStyleCnt="0"/>
      <dgm:spPr/>
    </dgm:pt>
    <dgm:pt modelId="{88EBE768-C77E-4730-A389-1FF9F368E955}" type="pres">
      <dgm:prSet presAssocID="{5A41640D-2917-471A-AB10-27BD69C886FB}" presName="parTx" presStyleLbl="alignNode1" presStyleIdx="0" presStyleCnt="2">
        <dgm:presLayoutVars>
          <dgm:chMax val="0"/>
          <dgm:chPref val="0"/>
        </dgm:presLayoutVars>
      </dgm:prSet>
      <dgm:spPr/>
    </dgm:pt>
    <dgm:pt modelId="{E77C623A-F089-4EF0-90B5-EBC27C55E5CF}" type="pres">
      <dgm:prSet presAssocID="{5A41640D-2917-471A-AB10-27BD69C886FB}" presName="desTx" presStyleLbl="alignAccFollowNode1" presStyleIdx="0" presStyleCnt="2">
        <dgm:presLayoutVars/>
      </dgm:prSet>
      <dgm:spPr/>
    </dgm:pt>
    <dgm:pt modelId="{8746D413-E240-4C60-9F47-7255DC121CA9}" type="pres">
      <dgm:prSet presAssocID="{0FCB5AB3-3D8C-4BC0-89AD-3CD34393FA15}" presName="space" presStyleCnt="0"/>
      <dgm:spPr/>
    </dgm:pt>
    <dgm:pt modelId="{873DF7CD-DFF0-478A-AEE7-B8E5F92B4A28}" type="pres">
      <dgm:prSet presAssocID="{AD5DF72B-CF08-4B5E-98AC-3B5380917F86}" presName="composite" presStyleCnt="0"/>
      <dgm:spPr/>
    </dgm:pt>
    <dgm:pt modelId="{9F2C60F8-0594-4DB3-A23E-77FB3A280875}" type="pres">
      <dgm:prSet presAssocID="{AD5DF72B-CF08-4B5E-98AC-3B5380917F86}" presName="parTx" presStyleLbl="alignNode1" presStyleIdx="1" presStyleCnt="2">
        <dgm:presLayoutVars>
          <dgm:chMax val="0"/>
          <dgm:chPref val="0"/>
        </dgm:presLayoutVars>
      </dgm:prSet>
      <dgm:spPr/>
    </dgm:pt>
    <dgm:pt modelId="{5A61D0C7-5F70-475D-84C5-D979A59A3B92}" type="pres">
      <dgm:prSet presAssocID="{AD5DF72B-CF08-4B5E-98AC-3B5380917F86}" presName="desTx" presStyleLbl="alignAccFollowNode1" presStyleIdx="1" presStyleCnt="2">
        <dgm:presLayoutVars/>
      </dgm:prSet>
      <dgm:spPr/>
    </dgm:pt>
  </dgm:ptLst>
  <dgm:cxnLst>
    <dgm:cxn modelId="{1A140A1A-950A-4562-8378-E65E8A0FCB3A}" type="presOf" srcId="{8E9D97F1-AE87-4404-A030-1399E909947C}" destId="{E77C623A-F089-4EF0-90B5-EBC27C55E5CF}" srcOrd="0" destOrd="0" presId="urn:microsoft.com/office/officeart/2016/7/layout/HorizontalActionList"/>
    <dgm:cxn modelId="{1B1C393B-9BFC-42FF-A8E1-B43C69DA22D6}" srcId="{5A41640D-2917-471A-AB10-27BD69C886FB}" destId="{9DF7CEAF-B726-4154-964E-7A3F65D61C33}" srcOrd="1" destOrd="0" parTransId="{B6B9D8EF-BDB0-4773-9493-22BF1F93BFEE}" sibTransId="{63067F76-4A48-4B5A-9918-E74E64C43D00}"/>
    <dgm:cxn modelId="{B135AA61-A011-4C20-9628-A87605F5D0EA}" type="presOf" srcId="{4D8A219E-72E2-4EF4-96AD-DE77CE6386CF}" destId="{5A61D0C7-5F70-475D-84C5-D979A59A3B92}" srcOrd="0" destOrd="0" presId="urn:microsoft.com/office/officeart/2016/7/layout/HorizontalActionList"/>
    <dgm:cxn modelId="{9C7D3142-1751-43EC-9C8B-EC0A1879BDEC}" type="presOf" srcId="{10B2050D-388C-41CF-BF00-6581BD4AB1A9}" destId="{8183FE79-74A7-4BC2-9C9F-C121F2751766}" srcOrd="0" destOrd="0" presId="urn:microsoft.com/office/officeart/2016/7/layout/HorizontalActionList"/>
    <dgm:cxn modelId="{99151970-1E8C-4980-9AA3-2503413CA0E7}" srcId="{AD5DF72B-CF08-4B5E-98AC-3B5380917F86}" destId="{4D8A219E-72E2-4EF4-96AD-DE77CE6386CF}" srcOrd="0" destOrd="0" parTransId="{91CE16A9-3EBB-4334-B319-E51481BE6D67}" sibTransId="{2D2AA752-B510-4D7F-92E4-394660F77312}"/>
    <dgm:cxn modelId="{B197A991-D9B5-4877-979C-76147F7F5685}" type="presOf" srcId="{5A41640D-2917-471A-AB10-27BD69C886FB}" destId="{88EBE768-C77E-4730-A389-1FF9F368E955}" srcOrd="0" destOrd="0" presId="urn:microsoft.com/office/officeart/2016/7/layout/HorizontalActionList"/>
    <dgm:cxn modelId="{5B4DF496-3E6C-426F-A580-585FF4C8B976}" type="presOf" srcId="{9DF7CEAF-B726-4154-964E-7A3F65D61C33}" destId="{E77C623A-F089-4EF0-90B5-EBC27C55E5CF}" srcOrd="0" destOrd="1" presId="urn:microsoft.com/office/officeart/2016/7/layout/HorizontalActionList"/>
    <dgm:cxn modelId="{A46BBA9A-F768-4F2A-8E79-A5C2D1A964AF}" srcId="{10B2050D-388C-41CF-BF00-6581BD4AB1A9}" destId="{5A41640D-2917-471A-AB10-27BD69C886FB}" srcOrd="0" destOrd="0" parTransId="{4F273581-CB8A-4F67-8AD5-197824653497}" sibTransId="{0FCB5AB3-3D8C-4BC0-89AD-3CD34393FA15}"/>
    <dgm:cxn modelId="{B23202A7-FAB0-44F4-A69B-5C56A71A8930}" srcId="{AD5DF72B-CF08-4B5E-98AC-3B5380917F86}" destId="{A5187DCF-3757-414E-8121-D6411ADF3025}" srcOrd="1" destOrd="0" parTransId="{45D50DF6-4AE0-4F69-8184-63D5AFA215B6}" sibTransId="{03F24395-C019-4F06-9251-A2661B6C674C}"/>
    <dgm:cxn modelId="{C2E4E4B9-6373-4885-8972-8EEDF2994824}" srcId="{5A41640D-2917-471A-AB10-27BD69C886FB}" destId="{8E9D97F1-AE87-4404-A030-1399E909947C}" srcOrd="0" destOrd="0" parTransId="{A6CECABC-24E6-468B-8D97-3307D0273237}" sibTransId="{8897D679-045A-4AC5-9E51-174EE9E2E9A0}"/>
    <dgm:cxn modelId="{C8DD54DC-EFF2-42CD-B440-008A3959CFA0}" type="presOf" srcId="{A5187DCF-3757-414E-8121-D6411ADF3025}" destId="{5A61D0C7-5F70-475D-84C5-D979A59A3B92}" srcOrd="0" destOrd="1" presId="urn:microsoft.com/office/officeart/2016/7/layout/HorizontalActionList"/>
    <dgm:cxn modelId="{EFE552F9-1991-4025-B89D-9538B6AE289B}" srcId="{10B2050D-388C-41CF-BF00-6581BD4AB1A9}" destId="{AD5DF72B-CF08-4B5E-98AC-3B5380917F86}" srcOrd="1" destOrd="0" parTransId="{5C0DC5EA-ED73-4239-964F-0461736D4F33}" sibTransId="{8670C40A-D6E0-486F-8C41-C141B47EA97F}"/>
    <dgm:cxn modelId="{CE9280FB-885A-49E0-A853-BCE19CF5DCC8}" type="presOf" srcId="{AD5DF72B-CF08-4B5E-98AC-3B5380917F86}" destId="{9F2C60F8-0594-4DB3-A23E-77FB3A280875}" srcOrd="0" destOrd="0" presId="urn:microsoft.com/office/officeart/2016/7/layout/HorizontalActionList"/>
    <dgm:cxn modelId="{E25E23D8-1702-40C1-9BD7-B336B9D2237D}" type="presParOf" srcId="{8183FE79-74A7-4BC2-9C9F-C121F2751766}" destId="{C6252575-4D6D-4D85-BADB-6BB45AAEA3A7}" srcOrd="0" destOrd="0" presId="urn:microsoft.com/office/officeart/2016/7/layout/HorizontalActionList"/>
    <dgm:cxn modelId="{49BA0F21-B550-4047-8568-C1E036B22ACD}" type="presParOf" srcId="{C6252575-4D6D-4D85-BADB-6BB45AAEA3A7}" destId="{88EBE768-C77E-4730-A389-1FF9F368E955}" srcOrd="0" destOrd="0" presId="urn:microsoft.com/office/officeart/2016/7/layout/HorizontalActionList"/>
    <dgm:cxn modelId="{82E906DE-4F00-48B5-8888-6C8AE0E3D570}" type="presParOf" srcId="{C6252575-4D6D-4D85-BADB-6BB45AAEA3A7}" destId="{E77C623A-F089-4EF0-90B5-EBC27C55E5CF}" srcOrd="1" destOrd="0" presId="urn:microsoft.com/office/officeart/2016/7/layout/HorizontalActionList"/>
    <dgm:cxn modelId="{28B71B70-2BDD-4E12-8B8C-D37CDB5EFC1E}" type="presParOf" srcId="{8183FE79-74A7-4BC2-9C9F-C121F2751766}" destId="{8746D413-E240-4C60-9F47-7255DC121CA9}" srcOrd="1" destOrd="0" presId="urn:microsoft.com/office/officeart/2016/7/layout/HorizontalActionList"/>
    <dgm:cxn modelId="{E0338BFD-5C35-4A97-91C5-3E7630757EE2}" type="presParOf" srcId="{8183FE79-74A7-4BC2-9C9F-C121F2751766}" destId="{873DF7CD-DFF0-478A-AEE7-B8E5F92B4A28}" srcOrd="2" destOrd="0" presId="urn:microsoft.com/office/officeart/2016/7/layout/HorizontalActionList"/>
    <dgm:cxn modelId="{25990F5E-71B7-4DE5-A651-28487F6F7B12}" type="presParOf" srcId="{873DF7CD-DFF0-478A-AEE7-B8E5F92B4A28}" destId="{9F2C60F8-0594-4DB3-A23E-77FB3A280875}" srcOrd="0" destOrd="0" presId="urn:microsoft.com/office/officeart/2016/7/layout/HorizontalActionList"/>
    <dgm:cxn modelId="{0EA9D0A0-348D-4D0F-B82F-1CF7FC5634A4}" type="presParOf" srcId="{873DF7CD-DFF0-478A-AEE7-B8E5F92B4A28}" destId="{5A61D0C7-5F70-475D-84C5-D979A59A3B92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081934-AB27-4A64-A81C-D7B85FD96F4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1030977-6792-4912-9707-40E3034F4E7D}">
      <dgm:prSet/>
      <dgm:spPr/>
      <dgm:t>
        <a:bodyPr/>
        <a:lstStyle/>
        <a:p>
          <a:r>
            <a:rPr lang="en-US" b="1"/>
            <a:t>At birth</a:t>
          </a:r>
          <a:r>
            <a:rPr lang="en-US"/>
            <a:t>: Hepatitis B (HVB1), BCG (Tuberculosis), OPV (Oral Polio Vaccine).</a:t>
          </a:r>
        </a:p>
      </dgm:t>
    </dgm:pt>
    <dgm:pt modelId="{BAC83271-25F4-4E20-BD95-327669863842}" type="parTrans" cxnId="{8808BAF8-F008-4CC9-8CB9-24B81A0A1434}">
      <dgm:prSet/>
      <dgm:spPr/>
      <dgm:t>
        <a:bodyPr/>
        <a:lstStyle/>
        <a:p>
          <a:endParaRPr lang="en-US"/>
        </a:p>
      </dgm:t>
    </dgm:pt>
    <dgm:pt modelId="{8C2898F7-F794-4439-9EEF-E334F99B4A77}" type="sibTrans" cxnId="{8808BAF8-F008-4CC9-8CB9-24B81A0A1434}">
      <dgm:prSet/>
      <dgm:spPr/>
      <dgm:t>
        <a:bodyPr/>
        <a:lstStyle/>
        <a:p>
          <a:endParaRPr lang="en-US"/>
        </a:p>
      </dgm:t>
    </dgm:pt>
    <dgm:pt modelId="{03CF8824-16A9-4897-83B9-463FA23B2DEE}">
      <dgm:prSet/>
      <dgm:spPr/>
      <dgm:t>
        <a:bodyPr/>
        <a:lstStyle/>
        <a:p>
          <a:r>
            <a:rPr lang="en-US" b="1"/>
            <a:t>2 months</a:t>
          </a:r>
          <a:r>
            <a:rPr lang="en-US"/>
            <a:t>: Hexa (DTaP, Hib, HBV, IPV), OPV, Rota, PCV.</a:t>
          </a:r>
        </a:p>
      </dgm:t>
    </dgm:pt>
    <dgm:pt modelId="{91FB4969-513B-4B6D-B372-04EF0995ED7D}" type="parTrans" cxnId="{249B14C1-0D13-4D62-9887-031448F11C66}">
      <dgm:prSet/>
      <dgm:spPr/>
      <dgm:t>
        <a:bodyPr/>
        <a:lstStyle/>
        <a:p>
          <a:endParaRPr lang="en-US"/>
        </a:p>
      </dgm:t>
    </dgm:pt>
    <dgm:pt modelId="{A548DD09-6AFF-455F-A244-094C2419A477}" type="sibTrans" cxnId="{249B14C1-0D13-4D62-9887-031448F11C66}">
      <dgm:prSet/>
      <dgm:spPr/>
      <dgm:t>
        <a:bodyPr/>
        <a:lstStyle/>
        <a:p>
          <a:endParaRPr lang="en-US"/>
        </a:p>
      </dgm:t>
    </dgm:pt>
    <dgm:pt modelId="{8C199257-BF5D-467B-8512-974C57BFA180}">
      <dgm:prSet/>
      <dgm:spPr/>
      <dgm:t>
        <a:bodyPr/>
        <a:lstStyle/>
        <a:p>
          <a:r>
            <a:rPr lang="en-US" b="1"/>
            <a:t>4 months</a:t>
          </a:r>
          <a:r>
            <a:rPr lang="en-US"/>
            <a:t>: Hexa (DTaP, Hib, HBV, IPV), OPV, Rota, PCV.</a:t>
          </a:r>
        </a:p>
      </dgm:t>
    </dgm:pt>
    <dgm:pt modelId="{598A31A4-9CE9-4AD3-9952-531E7BD5D026}" type="parTrans" cxnId="{6B5D1F17-0F9B-4E78-99CA-74CF32F9F35D}">
      <dgm:prSet/>
      <dgm:spPr/>
      <dgm:t>
        <a:bodyPr/>
        <a:lstStyle/>
        <a:p>
          <a:endParaRPr lang="en-US"/>
        </a:p>
      </dgm:t>
    </dgm:pt>
    <dgm:pt modelId="{37DB8AD2-719E-4026-96C7-05670345B17B}" type="sibTrans" cxnId="{6B5D1F17-0F9B-4E78-99CA-74CF32F9F35D}">
      <dgm:prSet/>
      <dgm:spPr/>
      <dgm:t>
        <a:bodyPr/>
        <a:lstStyle/>
        <a:p>
          <a:endParaRPr lang="en-US"/>
        </a:p>
      </dgm:t>
    </dgm:pt>
    <dgm:pt modelId="{9F37D23C-52A2-4A8B-A7DC-796CCB84C949}">
      <dgm:prSet/>
      <dgm:spPr/>
      <dgm:t>
        <a:bodyPr/>
        <a:lstStyle/>
        <a:p>
          <a:r>
            <a:rPr lang="en-US" b="1"/>
            <a:t>6 months</a:t>
          </a:r>
          <a:r>
            <a:rPr lang="en-US"/>
            <a:t>: Hexa (DTaP, Hib, HBV, IPV), OPV, PCV.</a:t>
          </a:r>
        </a:p>
      </dgm:t>
    </dgm:pt>
    <dgm:pt modelId="{78BB019C-013B-42DE-880E-36470F866D63}" type="parTrans" cxnId="{E3781CA0-0129-4C4A-BD1A-B74BE9F1DA97}">
      <dgm:prSet/>
      <dgm:spPr/>
      <dgm:t>
        <a:bodyPr/>
        <a:lstStyle/>
        <a:p>
          <a:endParaRPr lang="en-US"/>
        </a:p>
      </dgm:t>
    </dgm:pt>
    <dgm:pt modelId="{837383FB-FE82-4705-BE6A-55A08B7A6922}" type="sibTrans" cxnId="{E3781CA0-0129-4C4A-BD1A-B74BE9F1DA97}">
      <dgm:prSet/>
      <dgm:spPr/>
      <dgm:t>
        <a:bodyPr/>
        <a:lstStyle/>
        <a:p>
          <a:endParaRPr lang="en-US"/>
        </a:p>
      </dgm:t>
    </dgm:pt>
    <dgm:pt modelId="{D25933C4-48D3-42D1-8DFB-275D7B490EB2}">
      <dgm:prSet/>
      <dgm:spPr/>
      <dgm:t>
        <a:bodyPr/>
        <a:lstStyle/>
        <a:p>
          <a:r>
            <a:rPr lang="en-US" b="1"/>
            <a:t>9 months</a:t>
          </a:r>
          <a:r>
            <a:rPr lang="en-US"/>
            <a:t>: Measles, Vitamin A.</a:t>
          </a:r>
        </a:p>
      </dgm:t>
    </dgm:pt>
    <dgm:pt modelId="{079A0321-772B-4807-B46C-4AA40F55FA9E}" type="parTrans" cxnId="{7D4A10AC-5564-4601-BE7C-3AD525EE856D}">
      <dgm:prSet/>
      <dgm:spPr/>
      <dgm:t>
        <a:bodyPr/>
        <a:lstStyle/>
        <a:p>
          <a:endParaRPr lang="en-US"/>
        </a:p>
      </dgm:t>
    </dgm:pt>
    <dgm:pt modelId="{B244F567-B629-4130-9647-FCA592F19294}" type="sibTrans" cxnId="{7D4A10AC-5564-4601-BE7C-3AD525EE856D}">
      <dgm:prSet/>
      <dgm:spPr/>
      <dgm:t>
        <a:bodyPr/>
        <a:lstStyle/>
        <a:p>
          <a:endParaRPr lang="en-US"/>
        </a:p>
      </dgm:t>
    </dgm:pt>
    <dgm:pt modelId="{58E7163F-60EE-4D02-B0A0-FFBFB5F0238B}">
      <dgm:prSet/>
      <dgm:spPr/>
      <dgm:t>
        <a:bodyPr/>
        <a:lstStyle/>
        <a:p>
          <a:r>
            <a:rPr lang="en-US" b="1"/>
            <a:t>15 months</a:t>
          </a:r>
          <a:r>
            <a:rPr lang="en-US"/>
            <a:t>: MMR (Measles, Mumps, Rubella).</a:t>
          </a:r>
        </a:p>
      </dgm:t>
    </dgm:pt>
    <dgm:pt modelId="{0493FF36-76BA-4FFA-BA94-C121903DEA09}" type="parTrans" cxnId="{84701C13-62A3-40E7-87AB-AFEE765E5609}">
      <dgm:prSet/>
      <dgm:spPr/>
      <dgm:t>
        <a:bodyPr/>
        <a:lstStyle/>
        <a:p>
          <a:endParaRPr lang="en-US"/>
        </a:p>
      </dgm:t>
    </dgm:pt>
    <dgm:pt modelId="{85CA1282-9997-45F7-939B-56191DCE254C}" type="sibTrans" cxnId="{84701C13-62A3-40E7-87AB-AFEE765E5609}">
      <dgm:prSet/>
      <dgm:spPr/>
      <dgm:t>
        <a:bodyPr/>
        <a:lstStyle/>
        <a:p>
          <a:endParaRPr lang="en-US"/>
        </a:p>
      </dgm:t>
    </dgm:pt>
    <dgm:pt modelId="{8DF3105E-F68B-4D4D-A240-266971F59668}">
      <dgm:prSet/>
      <dgm:spPr/>
      <dgm:t>
        <a:bodyPr/>
        <a:lstStyle/>
        <a:p>
          <a:r>
            <a:rPr lang="en-US" b="1"/>
            <a:t>18-24 months</a:t>
          </a:r>
          <a:r>
            <a:rPr lang="en-US"/>
            <a:t>: First booster (Polio, Penta, Vitamin A).</a:t>
          </a:r>
        </a:p>
      </dgm:t>
    </dgm:pt>
    <dgm:pt modelId="{0CBEA8F1-DC76-4354-8632-7E24B9402272}" type="parTrans" cxnId="{40137291-1A84-4437-896F-59F24C721776}">
      <dgm:prSet/>
      <dgm:spPr/>
      <dgm:t>
        <a:bodyPr/>
        <a:lstStyle/>
        <a:p>
          <a:endParaRPr lang="en-US"/>
        </a:p>
      </dgm:t>
    </dgm:pt>
    <dgm:pt modelId="{2F7DCCB4-B400-4A8F-95D3-D45BF6DF875C}" type="sibTrans" cxnId="{40137291-1A84-4437-896F-59F24C721776}">
      <dgm:prSet/>
      <dgm:spPr/>
      <dgm:t>
        <a:bodyPr/>
        <a:lstStyle/>
        <a:p>
          <a:endParaRPr lang="en-US"/>
        </a:p>
      </dgm:t>
    </dgm:pt>
    <dgm:pt modelId="{D25C0655-724F-4F4C-8A72-2A670700B404}">
      <dgm:prSet/>
      <dgm:spPr/>
      <dgm:t>
        <a:bodyPr/>
        <a:lstStyle/>
        <a:p>
          <a:r>
            <a:rPr lang="en-US" b="1"/>
            <a:t>4-6 years</a:t>
          </a:r>
          <a:r>
            <a:rPr lang="en-US"/>
            <a:t>: Second booster (Polio, Tetra, MMR).</a:t>
          </a:r>
        </a:p>
      </dgm:t>
    </dgm:pt>
    <dgm:pt modelId="{FE79ED5D-09AF-4C0C-8A6F-2FB3D03EF7D8}" type="parTrans" cxnId="{A0E39C82-218B-4573-A24E-7ED77A4C2F7C}">
      <dgm:prSet/>
      <dgm:spPr/>
      <dgm:t>
        <a:bodyPr/>
        <a:lstStyle/>
        <a:p>
          <a:endParaRPr lang="en-US"/>
        </a:p>
      </dgm:t>
    </dgm:pt>
    <dgm:pt modelId="{498716FA-79A6-486A-A4C7-C3B4EA49CD37}" type="sibTrans" cxnId="{A0E39C82-218B-4573-A24E-7ED77A4C2F7C}">
      <dgm:prSet/>
      <dgm:spPr/>
      <dgm:t>
        <a:bodyPr/>
        <a:lstStyle/>
        <a:p>
          <a:endParaRPr lang="en-US"/>
        </a:p>
      </dgm:t>
    </dgm:pt>
    <dgm:pt modelId="{3ED6039D-95ED-4640-BB50-FEECE44DC86C}" type="pres">
      <dgm:prSet presAssocID="{9C081934-AB27-4A64-A81C-D7B85FD96F4F}" presName="vert0" presStyleCnt="0">
        <dgm:presLayoutVars>
          <dgm:dir/>
          <dgm:animOne val="branch"/>
          <dgm:animLvl val="lvl"/>
        </dgm:presLayoutVars>
      </dgm:prSet>
      <dgm:spPr/>
    </dgm:pt>
    <dgm:pt modelId="{2D9B956D-5B47-4F81-8B78-9226DBBA5773}" type="pres">
      <dgm:prSet presAssocID="{61030977-6792-4912-9707-40E3034F4E7D}" presName="thickLine" presStyleLbl="alignNode1" presStyleIdx="0" presStyleCnt="8"/>
      <dgm:spPr/>
    </dgm:pt>
    <dgm:pt modelId="{D6A6D335-BD63-4B83-9E20-FBD08B9E5712}" type="pres">
      <dgm:prSet presAssocID="{61030977-6792-4912-9707-40E3034F4E7D}" presName="horz1" presStyleCnt="0"/>
      <dgm:spPr/>
    </dgm:pt>
    <dgm:pt modelId="{813164C9-C50C-47C6-97F5-F21BF31DC522}" type="pres">
      <dgm:prSet presAssocID="{61030977-6792-4912-9707-40E3034F4E7D}" presName="tx1" presStyleLbl="revTx" presStyleIdx="0" presStyleCnt="8"/>
      <dgm:spPr/>
    </dgm:pt>
    <dgm:pt modelId="{918DACE6-5D0E-4D0E-8A7E-5DAF0845E014}" type="pres">
      <dgm:prSet presAssocID="{61030977-6792-4912-9707-40E3034F4E7D}" presName="vert1" presStyleCnt="0"/>
      <dgm:spPr/>
    </dgm:pt>
    <dgm:pt modelId="{4BF7919B-D821-4957-890C-2954BD17255D}" type="pres">
      <dgm:prSet presAssocID="{03CF8824-16A9-4897-83B9-463FA23B2DEE}" presName="thickLine" presStyleLbl="alignNode1" presStyleIdx="1" presStyleCnt="8"/>
      <dgm:spPr/>
    </dgm:pt>
    <dgm:pt modelId="{3D43621A-D386-495E-BC8C-8769C09C0EDD}" type="pres">
      <dgm:prSet presAssocID="{03CF8824-16A9-4897-83B9-463FA23B2DEE}" presName="horz1" presStyleCnt="0"/>
      <dgm:spPr/>
    </dgm:pt>
    <dgm:pt modelId="{D5829570-81B0-4CE3-A3BB-14D4AEE95A7B}" type="pres">
      <dgm:prSet presAssocID="{03CF8824-16A9-4897-83B9-463FA23B2DEE}" presName="tx1" presStyleLbl="revTx" presStyleIdx="1" presStyleCnt="8"/>
      <dgm:spPr/>
    </dgm:pt>
    <dgm:pt modelId="{D48C44FC-8CE9-44E5-B609-4694BF790623}" type="pres">
      <dgm:prSet presAssocID="{03CF8824-16A9-4897-83B9-463FA23B2DEE}" presName="vert1" presStyleCnt="0"/>
      <dgm:spPr/>
    </dgm:pt>
    <dgm:pt modelId="{F5A46FB8-C83B-454C-B1AC-455A0E279E25}" type="pres">
      <dgm:prSet presAssocID="{8C199257-BF5D-467B-8512-974C57BFA180}" presName="thickLine" presStyleLbl="alignNode1" presStyleIdx="2" presStyleCnt="8"/>
      <dgm:spPr/>
    </dgm:pt>
    <dgm:pt modelId="{25E34929-A63C-4A08-A0AD-0AD0BE7E7F7F}" type="pres">
      <dgm:prSet presAssocID="{8C199257-BF5D-467B-8512-974C57BFA180}" presName="horz1" presStyleCnt="0"/>
      <dgm:spPr/>
    </dgm:pt>
    <dgm:pt modelId="{B0DCFAA0-6982-4BA7-BC91-7139D15CDBFE}" type="pres">
      <dgm:prSet presAssocID="{8C199257-BF5D-467B-8512-974C57BFA180}" presName="tx1" presStyleLbl="revTx" presStyleIdx="2" presStyleCnt="8"/>
      <dgm:spPr/>
    </dgm:pt>
    <dgm:pt modelId="{A879BEFF-D900-400F-BF45-2F8DDEEFFAF2}" type="pres">
      <dgm:prSet presAssocID="{8C199257-BF5D-467B-8512-974C57BFA180}" presName="vert1" presStyleCnt="0"/>
      <dgm:spPr/>
    </dgm:pt>
    <dgm:pt modelId="{9061E923-D18D-4145-9B84-3C62BA729FD6}" type="pres">
      <dgm:prSet presAssocID="{9F37D23C-52A2-4A8B-A7DC-796CCB84C949}" presName="thickLine" presStyleLbl="alignNode1" presStyleIdx="3" presStyleCnt="8"/>
      <dgm:spPr/>
    </dgm:pt>
    <dgm:pt modelId="{6581DB85-0645-46ED-9BD0-3F3B0BAEFBFA}" type="pres">
      <dgm:prSet presAssocID="{9F37D23C-52A2-4A8B-A7DC-796CCB84C949}" presName="horz1" presStyleCnt="0"/>
      <dgm:spPr/>
    </dgm:pt>
    <dgm:pt modelId="{D9EBD667-338D-422D-86F8-248730CD77EA}" type="pres">
      <dgm:prSet presAssocID="{9F37D23C-52A2-4A8B-A7DC-796CCB84C949}" presName="tx1" presStyleLbl="revTx" presStyleIdx="3" presStyleCnt="8"/>
      <dgm:spPr/>
    </dgm:pt>
    <dgm:pt modelId="{D2479FEF-27C4-49EC-8A01-95309EC1D6FC}" type="pres">
      <dgm:prSet presAssocID="{9F37D23C-52A2-4A8B-A7DC-796CCB84C949}" presName="vert1" presStyleCnt="0"/>
      <dgm:spPr/>
    </dgm:pt>
    <dgm:pt modelId="{1902A401-A74C-455E-A19B-C88D066A14D1}" type="pres">
      <dgm:prSet presAssocID="{D25933C4-48D3-42D1-8DFB-275D7B490EB2}" presName="thickLine" presStyleLbl="alignNode1" presStyleIdx="4" presStyleCnt="8"/>
      <dgm:spPr/>
    </dgm:pt>
    <dgm:pt modelId="{2FCFED9F-3A59-437D-A296-F73EAA5296AA}" type="pres">
      <dgm:prSet presAssocID="{D25933C4-48D3-42D1-8DFB-275D7B490EB2}" presName="horz1" presStyleCnt="0"/>
      <dgm:spPr/>
    </dgm:pt>
    <dgm:pt modelId="{7CEF06D3-7966-4EF1-BEEB-1E2C10542976}" type="pres">
      <dgm:prSet presAssocID="{D25933C4-48D3-42D1-8DFB-275D7B490EB2}" presName="tx1" presStyleLbl="revTx" presStyleIdx="4" presStyleCnt="8"/>
      <dgm:spPr/>
    </dgm:pt>
    <dgm:pt modelId="{074B5EB6-4893-42E2-828B-4855F3778D9D}" type="pres">
      <dgm:prSet presAssocID="{D25933C4-48D3-42D1-8DFB-275D7B490EB2}" presName="vert1" presStyleCnt="0"/>
      <dgm:spPr/>
    </dgm:pt>
    <dgm:pt modelId="{3CB75921-1D87-42CB-B1C2-197DF801B0EF}" type="pres">
      <dgm:prSet presAssocID="{58E7163F-60EE-4D02-B0A0-FFBFB5F0238B}" presName="thickLine" presStyleLbl="alignNode1" presStyleIdx="5" presStyleCnt="8"/>
      <dgm:spPr/>
    </dgm:pt>
    <dgm:pt modelId="{B4AC13F3-43F4-4141-89FE-8DE6368ACBC9}" type="pres">
      <dgm:prSet presAssocID="{58E7163F-60EE-4D02-B0A0-FFBFB5F0238B}" presName="horz1" presStyleCnt="0"/>
      <dgm:spPr/>
    </dgm:pt>
    <dgm:pt modelId="{A753D78A-CC33-4593-9569-65BBD1194885}" type="pres">
      <dgm:prSet presAssocID="{58E7163F-60EE-4D02-B0A0-FFBFB5F0238B}" presName="tx1" presStyleLbl="revTx" presStyleIdx="5" presStyleCnt="8"/>
      <dgm:spPr/>
    </dgm:pt>
    <dgm:pt modelId="{B25F9EC7-B208-43DB-8A4E-27AA13630A34}" type="pres">
      <dgm:prSet presAssocID="{58E7163F-60EE-4D02-B0A0-FFBFB5F0238B}" presName="vert1" presStyleCnt="0"/>
      <dgm:spPr/>
    </dgm:pt>
    <dgm:pt modelId="{2AEBDDF6-1E36-4171-8D93-8A30DED550A1}" type="pres">
      <dgm:prSet presAssocID="{8DF3105E-F68B-4D4D-A240-266971F59668}" presName="thickLine" presStyleLbl="alignNode1" presStyleIdx="6" presStyleCnt="8"/>
      <dgm:spPr/>
    </dgm:pt>
    <dgm:pt modelId="{AD1E7F45-5481-4703-96DD-A38D6BA1F215}" type="pres">
      <dgm:prSet presAssocID="{8DF3105E-F68B-4D4D-A240-266971F59668}" presName="horz1" presStyleCnt="0"/>
      <dgm:spPr/>
    </dgm:pt>
    <dgm:pt modelId="{503EB9F1-834A-41CB-84D7-FC2F7D78B537}" type="pres">
      <dgm:prSet presAssocID="{8DF3105E-F68B-4D4D-A240-266971F59668}" presName="tx1" presStyleLbl="revTx" presStyleIdx="6" presStyleCnt="8"/>
      <dgm:spPr/>
    </dgm:pt>
    <dgm:pt modelId="{7D9BCBE7-7218-459A-AFC2-0B71DE83130E}" type="pres">
      <dgm:prSet presAssocID="{8DF3105E-F68B-4D4D-A240-266971F59668}" presName="vert1" presStyleCnt="0"/>
      <dgm:spPr/>
    </dgm:pt>
    <dgm:pt modelId="{BAD15272-E3D3-48C4-A736-5D9807A7B136}" type="pres">
      <dgm:prSet presAssocID="{D25C0655-724F-4F4C-8A72-2A670700B404}" presName="thickLine" presStyleLbl="alignNode1" presStyleIdx="7" presStyleCnt="8"/>
      <dgm:spPr/>
    </dgm:pt>
    <dgm:pt modelId="{5319FA94-3921-48A6-AFCA-9E017299CE45}" type="pres">
      <dgm:prSet presAssocID="{D25C0655-724F-4F4C-8A72-2A670700B404}" presName="horz1" presStyleCnt="0"/>
      <dgm:spPr/>
    </dgm:pt>
    <dgm:pt modelId="{F0C72554-0D36-4839-B250-DDEC4B6A1E22}" type="pres">
      <dgm:prSet presAssocID="{D25C0655-724F-4F4C-8A72-2A670700B404}" presName="tx1" presStyleLbl="revTx" presStyleIdx="7" presStyleCnt="8"/>
      <dgm:spPr/>
    </dgm:pt>
    <dgm:pt modelId="{7D486D9C-0C60-4977-BAC8-A445C1F0870D}" type="pres">
      <dgm:prSet presAssocID="{D25C0655-724F-4F4C-8A72-2A670700B404}" presName="vert1" presStyleCnt="0"/>
      <dgm:spPr/>
    </dgm:pt>
  </dgm:ptLst>
  <dgm:cxnLst>
    <dgm:cxn modelId="{AA530E01-99F8-453D-8028-28348CAFDAA5}" type="presOf" srcId="{8DF3105E-F68B-4D4D-A240-266971F59668}" destId="{503EB9F1-834A-41CB-84D7-FC2F7D78B537}" srcOrd="0" destOrd="0" presId="urn:microsoft.com/office/officeart/2008/layout/LinedList"/>
    <dgm:cxn modelId="{84701C13-62A3-40E7-87AB-AFEE765E5609}" srcId="{9C081934-AB27-4A64-A81C-D7B85FD96F4F}" destId="{58E7163F-60EE-4D02-B0A0-FFBFB5F0238B}" srcOrd="5" destOrd="0" parTransId="{0493FF36-76BA-4FFA-BA94-C121903DEA09}" sibTransId="{85CA1282-9997-45F7-939B-56191DCE254C}"/>
    <dgm:cxn modelId="{6B5D1F17-0F9B-4E78-99CA-74CF32F9F35D}" srcId="{9C081934-AB27-4A64-A81C-D7B85FD96F4F}" destId="{8C199257-BF5D-467B-8512-974C57BFA180}" srcOrd="2" destOrd="0" parTransId="{598A31A4-9CE9-4AD3-9952-531E7BD5D026}" sibTransId="{37DB8AD2-719E-4026-96C7-05670345B17B}"/>
    <dgm:cxn modelId="{98318038-0F6B-4AA7-AE2F-C86A5E0DBBB6}" type="presOf" srcId="{61030977-6792-4912-9707-40E3034F4E7D}" destId="{813164C9-C50C-47C6-97F5-F21BF31DC522}" srcOrd="0" destOrd="0" presId="urn:microsoft.com/office/officeart/2008/layout/LinedList"/>
    <dgm:cxn modelId="{8BBD2766-8148-4DFE-B6BB-6D203587E761}" type="presOf" srcId="{58E7163F-60EE-4D02-B0A0-FFBFB5F0238B}" destId="{A753D78A-CC33-4593-9569-65BBD1194885}" srcOrd="0" destOrd="0" presId="urn:microsoft.com/office/officeart/2008/layout/LinedList"/>
    <dgm:cxn modelId="{C7C02E73-599B-4B3E-A303-9A47B1A1AB92}" type="presOf" srcId="{03CF8824-16A9-4897-83B9-463FA23B2DEE}" destId="{D5829570-81B0-4CE3-A3BB-14D4AEE95A7B}" srcOrd="0" destOrd="0" presId="urn:microsoft.com/office/officeart/2008/layout/LinedList"/>
    <dgm:cxn modelId="{A0E39C82-218B-4573-A24E-7ED77A4C2F7C}" srcId="{9C081934-AB27-4A64-A81C-D7B85FD96F4F}" destId="{D25C0655-724F-4F4C-8A72-2A670700B404}" srcOrd="7" destOrd="0" parTransId="{FE79ED5D-09AF-4C0C-8A6F-2FB3D03EF7D8}" sibTransId="{498716FA-79A6-486A-A4C7-C3B4EA49CD37}"/>
    <dgm:cxn modelId="{40137291-1A84-4437-896F-59F24C721776}" srcId="{9C081934-AB27-4A64-A81C-D7B85FD96F4F}" destId="{8DF3105E-F68B-4D4D-A240-266971F59668}" srcOrd="6" destOrd="0" parTransId="{0CBEA8F1-DC76-4354-8632-7E24B9402272}" sibTransId="{2F7DCCB4-B400-4A8F-95D3-D45BF6DF875C}"/>
    <dgm:cxn modelId="{79548793-B7E7-41D1-B7A8-15556CE3A8F1}" type="presOf" srcId="{D25933C4-48D3-42D1-8DFB-275D7B490EB2}" destId="{7CEF06D3-7966-4EF1-BEEB-1E2C10542976}" srcOrd="0" destOrd="0" presId="urn:microsoft.com/office/officeart/2008/layout/LinedList"/>
    <dgm:cxn modelId="{A691F294-EA35-46FE-B949-F535AAAD63F8}" type="presOf" srcId="{D25C0655-724F-4F4C-8A72-2A670700B404}" destId="{F0C72554-0D36-4839-B250-DDEC4B6A1E22}" srcOrd="0" destOrd="0" presId="urn:microsoft.com/office/officeart/2008/layout/LinedList"/>
    <dgm:cxn modelId="{E3781CA0-0129-4C4A-BD1A-B74BE9F1DA97}" srcId="{9C081934-AB27-4A64-A81C-D7B85FD96F4F}" destId="{9F37D23C-52A2-4A8B-A7DC-796CCB84C949}" srcOrd="3" destOrd="0" parTransId="{78BB019C-013B-42DE-880E-36470F866D63}" sibTransId="{837383FB-FE82-4705-BE6A-55A08B7A6922}"/>
    <dgm:cxn modelId="{1BA746A0-4666-46D1-8C12-CF69BA21C1EC}" type="presOf" srcId="{9F37D23C-52A2-4A8B-A7DC-796CCB84C949}" destId="{D9EBD667-338D-422D-86F8-248730CD77EA}" srcOrd="0" destOrd="0" presId="urn:microsoft.com/office/officeart/2008/layout/LinedList"/>
    <dgm:cxn modelId="{7D4A10AC-5564-4601-BE7C-3AD525EE856D}" srcId="{9C081934-AB27-4A64-A81C-D7B85FD96F4F}" destId="{D25933C4-48D3-42D1-8DFB-275D7B490EB2}" srcOrd="4" destOrd="0" parTransId="{079A0321-772B-4807-B46C-4AA40F55FA9E}" sibTransId="{B244F567-B629-4130-9647-FCA592F19294}"/>
    <dgm:cxn modelId="{551FC8B6-3F2E-4FAA-BC86-28C25752A7EB}" type="presOf" srcId="{8C199257-BF5D-467B-8512-974C57BFA180}" destId="{B0DCFAA0-6982-4BA7-BC91-7139D15CDBFE}" srcOrd="0" destOrd="0" presId="urn:microsoft.com/office/officeart/2008/layout/LinedList"/>
    <dgm:cxn modelId="{249B14C1-0D13-4D62-9887-031448F11C66}" srcId="{9C081934-AB27-4A64-A81C-D7B85FD96F4F}" destId="{03CF8824-16A9-4897-83B9-463FA23B2DEE}" srcOrd="1" destOrd="0" parTransId="{91FB4969-513B-4B6D-B372-04EF0995ED7D}" sibTransId="{A548DD09-6AFF-455F-A244-094C2419A477}"/>
    <dgm:cxn modelId="{5935CEF5-8919-49C0-A413-706C05EC647B}" type="presOf" srcId="{9C081934-AB27-4A64-A81C-D7B85FD96F4F}" destId="{3ED6039D-95ED-4640-BB50-FEECE44DC86C}" srcOrd="0" destOrd="0" presId="urn:microsoft.com/office/officeart/2008/layout/LinedList"/>
    <dgm:cxn modelId="{8808BAF8-F008-4CC9-8CB9-24B81A0A1434}" srcId="{9C081934-AB27-4A64-A81C-D7B85FD96F4F}" destId="{61030977-6792-4912-9707-40E3034F4E7D}" srcOrd="0" destOrd="0" parTransId="{BAC83271-25F4-4E20-BD95-327669863842}" sibTransId="{8C2898F7-F794-4439-9EEF-E334F99B4A77}"/>
    <dgm:cxn modelId="{429B7943-D919-4A95-86C7-0A23DACEE262}" type="presParOf" srcId="{3ED6039D-95ED-4640-BB50-FEECE44DC86C}" destId="{2D9B956D-5B47-4F81-8B78-9226DBBA5773}" srcOrd="0" destOrd="0" presId="urn:microsoft.com/office/officeart/2008/layout/LinedList"/>
    <dgm:cxn modelId="{D16DD477-14E4-404E-803D-45A5D91FFFF5}" type="presParOf" srcId="{3ED6039D-95ED-4640-BB50-FEECE44DC86C}" destId="{D6A6D335-BD63-4B83-9E20-FBD08B9E5712}" srcOrd="1" destOrd="0" presId="urn:microsoft.com/office/officeart/2008/layout/LinedList"/>
    <dgm:cxn modelId="{43C1350B-CF21-42D4-A992-00E789F08669}" type="presParOf" srcId="{D6A6D335-BD63-4B83-9E20-FBD08B9E5712}" destId="{813164C9-C50C-47C6-97F5-F21BF31DC522}" srcOrd="0" destOrd="0" presId="urn:microsoft.com/office/officeart/2008/layout/LinedList"/>
    <dgm:cxn modelId="{AF7E3133-B826-4E88-B2E7-6769807E7F87}" type="presParOf" srcId="{D6A6D335-BD63-4B83-9E20-FBD08B9E5712}" destId="{918DACE6-5D0E-4D0E-8A7E-5DAF0845E014}" srcOrd="1" destOrd="0" presId="urn:microsoft.com/office/officeart/2008/layout/LinedList"/>
    <dgm:cxn modelId="{CC1F440B-2F40-45F9-A9F9-B2568B8BD726}" type="presParOf" srcId="{3ED6039D-95ED-4640-BB50-FEECE44DC86C}" destId="{4BF7919B-D821-4957-890C-2954BD17255D}" srcOrd="2" destOrd="0" presId="urn:microsoft.com/office/officeart/2008/layout/LinedList"/>
    <dgm:cxn modelId="{1A4F4DF1-316F-4E68-B611-E1664DD5FF85}" type="presParOf" srcId="{3ED6039D-95ED-4640-BB50-FEECE44DC86C}" destId="{3D43621A-D386-495E-BC8C-8769C09C0EDD}" srcOrd="3" destOrd="0" presId="urn:microsoft.com/office/officeart/2008/layout/LinedList"/>
    <dgm:cxn modelId="{58579E62-735A-476F-893A-61560FDE0F60}" type="presParOf" srcId="{3D43621A-D386-495E-BC8C-8769C09C0EDD}" destId="{D5829570-81B0-4CE3-A3BB-14D4AEE95A7B}" srcOrd="0" destOrd="0" presId="urn:microsoft.com/office/officeart/2008/layout/LinedList"/>
    <dgm:cxn modelId="{73E589A2-38CE-4D9E-ACAB-17146776C34A}" type="presParOf" srcId="{3D43621A-D386-495E-BC8C-8769C09C0EDD}" destId="{D48C44FC-8CE9-44E5-B609-4694BF790623}" srcOrd="1" destOrd="0" presId="urn:microsoft.com/office/officeart/2008/layout/LinedList"/>
    <dgm:cxn modelId="{A20E9F53-AB5F-420F-AA07-F71CBBBEFC2C}" type="presParOf" srcId="{3ED6039D-95ED-4640-BB50-FEECE44DC86C}" destId="{F5A46FB8-C83B-454C-B1AC-455A0E279E25}" srcOrd="4" destOrd="0" presId="urn:microsoft.com/office/officeart/2008/layout/LinedList"/>
    <dgm:cxn modelId="{9131F8D2-4D50-4B57-B8C9-BEB566E97639}" type="presParOf" srcId="{3ED6039D-95ED-4640-BB50-FEECE44DC86C}" destId="{25E34929-A63C-4A08-A0AD-0AD0BE7E7F7F}" srcOrd="5" destOrd="0" presId="urn:microsoft.com/office/officeart/2008/layout/LinedList"/>
    <dgm:cxn modelId="{4765CE27-1911-4214-ABB5-5D9181670AB7}" type="presParOf" srcId="{25E34929-A63C-4A08-A0AD-0AD0BE7E7F7F}" destId="{B0DCFAA0-6982-4BA7-BC91-7139D15CDBFE}" srcOrd="0" destOrd="0" presId="urn:microsoft.com/office/officeart/2008/layout/LinedList"/>
    <dgm:cxn modelId="{490AF734-5279-4AA2-8AEF-719052FBB292}" type="presParOf" srcId="{25E34929-A63C-4A08-A0AD-0AD0BE7E7F7F}" destId="{A879BEFF-D900-400F-BF45-2F8DDEEFFAF2}" srcOrd="1" destOrd="0" presId="urn:microsoft.com/office/officeart/2008/layout/LinedList"/>
    <dgm:cxn modelId="{17795D45-E051-4A82-AA62-3C312FD224EF}" type="presParOf" srcId="{3ED6039D-95ED-4640-BB50-FEECE44DC86C}" destId="{9061E923-D18D-4145-9B84-3C62BA729FD6}" srcOrd="6" destOrd="0" presId="urn:microsoft.com/office/officeart/2008/layout/LinedList"/>
    <dgm:cxn modelId="{4F7F2526-5ECE-4231-B97C-EAC105CD15D4}" type="presParOf" srcId="{3ED6039D-95ED-4640-BB50-FEECE44DC86C}" destId="{6581DB85-0645-46ED-9BD0-3F3B0BAEFBFA}" srcOrd="7" destOrd="0" presId="urn:microsoft.com/office/officeart/2008/layout/LinedList"/>
    <dgm:cxn modelId="{11519C89-EFAB-4CD2-AEDF-D3B4D9B015D9}" type="presParOf" srcId="{6581DB85-0645-46ED-9BD0-3F3B0BAEFBFA}" destId="{D9EBD667-338D-422D-86F8-248730CD77EA}" srcOrd="0" destOrd="0" presId="urn:microsoft.com/office/officeart/2008/layout/LinedList"/>
    <dgm:cxn modelId="{462CC051-932D-4C41-85B1-32E4D6DAC4AA}" type="presParOf" srcId="{6581DB85-0645-46ED-9BD0-3F3B0BAEFBFA}" destId="{D2479FEF-27C4-49EC-8A01-95309EC1D6FC}" srcOrd="1" destOrd="0" presId="urn:microsoft.com/office/officeart/2008/layout/LinedList"/>
    <dgm:cxn modelId="{5563E064-B2B7-4E81-85DD-617E66456901}" type="presParOf" srcId="{3ED6039D-95ED-4640-BB50-FEECE44DC86C}" destId="{1902A401-A74C-455E-A19B-C88D066A14D1}" srcOrd="8" destOrd="0" presId="urn:microsoft.com/office/officeart/2008/layout/LinedList"/>
    <dgm:cxn modelId="{EB233FCE-1F54-478C-97B0-8F3AFA10F7F8}" type="presParOf" srcId="{3ED6039D-95ED-4640-BB50-FEECE44DC86C}" destId="{2FCFED9F-3A59-437D-A296-F73EAA5296AA}" srcOrd="9" destOrd="0" presId="urn:microsoft.com/office/officeart/2008/layout/LinedList"/>
    <dgm:cxn modelId="{00EB4FD6-CEE4-424C-84BC-11EBC002A96E}" type="presParOf" srcId="{2FCFED9F-3A59-437D-A296-F73EAA5296AA}" destId="{7CEF06D3-7966-4EF1-BEEB-1E2C10542976}" srcOrd="0" destOrd="0" presId="urn:microsoft.com/office/officeart/2008/layout/LinedList"/>
    <dgm:cxn modelId="{0565CB97-940A-4641-81A2-A1E5F13227E7}" type="presParOf" srcId="{2FCFED9F-3A59-437D-A296-F73EAA5296AA}" destId="{074B5EB6-4893-42E2-828B-4855F3778D9D}" srcOrd="1" destOrd="0" presId="urn:microsoft.com/office/officeart/2008/layout/LinedList"/>
    <dgm:cxn modelId="{62E2C897-0EF7-4C6D-A35C-C83F0E3A52E0}" type="presParOf" srcId="{3ED6039D-95ED-4640-BB50-FEECE44DC86C}" destId="{3CB75921-1D87-42CB-B1C2-197DF801B0EF}" srcOrd="10" destOrd="0" presId="urn:microsoft.com/office/officeart/2008/layout/LinedList"/>
    <dgm:cxn modelId="{2DC451BB-B66F-4F41-AC64-450D452F0634}" type="presParOf" srcId="{3ED6039D-95ED-4640-BB50-FEECE44DC86C}" destId="{B4AC13F3-43F4-4141-89FE-8DE6368ACBC9}" srcOrd="11" destOrd="0" presId="urn:microsoft.com/office/officeart/2008/layout/LinedList"/>
    <dgm:cxn modelId="{846E2569-F152-471C-A6BE-7E843B0DB816}" type="presParOf" srcId="{B4AC13F3-43F4-4141-89FE-8DE6368ACBC9}" destId="{A753D78A-CC33-4593-9569-65BBD1194885}" srcOrd="0" destOrd="0" presId="urn:microsoft.com/office/officeart/2008/layout/LinedList"/>
    <dgm:cxn modelId="{452A5829-742A-4EC6-8B14-966CDD2CD3C8}" type="presParOf" srcId="{B4AC13F3-43F4-4141-89FE-8DE6368ACBC9}" destId="{B25F9EC7-B208-43DB-8A4E-27AA13630A34}" srcOrd="1" destOrd="0" presId="urn:microsoft.com/office/officeart/2008/layout/LinedList"/>
    <dgm:cxn modelId="{039856D8-7515-44B4-A9D3-7E5240F9B817}" type="presParOf" srcId="{3ED6039D-95ED-4640-BB50-FEECE44DC86C}" destId="{2AEBDDF6-1E36-4171-8D93-8A30DED550A1}" srcOrd="12" destOrd="0" presId="urn:microsoft.com/office/officeart/2008/layout/LinedList"/>
    <dgm:cxn modelId="{7316B2B0-7737-4B1C-91A1-1878120EB98A}" type="presParOf" srcId="{3ED6039D-95ED-4640-BB50-FEECE44DC86C}" destId="{AD1E7F45-5481-4703-96DD-A38D6BA1F215}" srcOrd="13" destOrd="0" presId="urn:microsoft.com/office/officeart/2008/layout/LinedList"/>
    <dgm:cxn modelId="{AD47D69D-3350-48D0-9D11-C8F2FCDE2470}" type="presParOf" srcId="{AD1E7F45-5481-4703-96DD-A38D6BA1F215}" destId="{503EB9F1-834A-41CB-84D7-FC2F7D78B537}" srcOrd="0" destOrd="0" presId="urn:microsoft.com/office/officeart/2008/layout/LinedList"/>
    <dgm:cxn modelId="{F1CCEFD3-30D8-478C-9B1F-0F2F24B5D070}" type="presParOf" srcId="{AD1E7F45-5481-4703-96DD-A38D6BA1F215}" destId="{7D9BCBE7-7218-459A-AFC2-0B71DE83130E}" srcOrd="1" destOrd="0" presId="urn:microsoft.com/office/officeart/2008/layout/LinedList"/>
    <dgm:cxn modelId="{637A5211-41A4-467C-AF04-532F8BCD4EDD}" type="presParOf" srcId="{3ED6039D-95ED-4640-BB50-FEECE44DC86C}" destId="{BAD15272-E3D3-48C4-A736-5D9807A7B136}" srcOrd="14" destOrd="0" presId="urn:microsoft.com/office/officeart/2008/layout/LinedList"/>
    <dgm:cxn modelId="{1DDE5685-E882-4F1E-B35B-DD5F42DA3931}" type="presParOf" srcId="{3ED6039D-95ED-4640-BB50-FEECE44DC86C}" destId="{5319FA94-3921-48A6-AFCA-9E017299CE45}" srcOrd="15" destOrd="0" presId="urn:microsoft.com/office/officeart/2008/layout/LinedList"/>
    <dgm:cxn modelId="{D8F90D04-8946-4705-9073-3B0924B916DF}" type="presParOf" srcId="{5319FA94-3921-48A6-AFCA-9E017299CE45}" destId="{F0C72554-0D36-4839-B250-DDEC4B6A1E22}" srcOrd="0" destOrd="0" presId="urn:microsoft.com/office/officeart/2008/layout/LinedList"/>
    <dgm:cxn modelId="{A21D48CD-52BB-45FB-953A-4602D07EF0AF}" type="presParOf" srcId="{5319FA94-3921-48A6-AFCA-9E017299CE45}" destId="{7D486D9C-0C60-4977-BAC8-A445C1F0870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49FA2F-958D-44BB-BDD5-33FB8592F23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71B0A5-F48D-4C78-A5D2-7CCB29BE3573}">
      <dgm:prSet/>
      <dgm:spPr/>
      <dgm:t>
        <a:bodyPr/>
        <a:lstStyle/>
        <a:p>
          <a:r>
            <a:rPr lang="ar-IQ" b="1" i="0" baseline="0"/>
            <a:t>Hexa</a:t>
          </a:r>
          <a:r>
            <a:rPr lang="ar-IQ" b="0" i="0" baseline="0"/>
            <a:t>: DTaP, Hib, HBV, IPV</a:t>
          </a:r>
          <a:endParaRPr lang="en-US"/>
        </a:p>
      </dgm:t>
    </dgm:pt>
    <dgm:pt modelId="{C038F3F0-EA8C-409D-907D-F7D03A5389F4}" type="parTrans" cxnId="{239D34D2-9607-4DFB-82A6-CDA84E15623A}">
      <dgm:prSet/>
      <dgm:spPr/>
      <dgm:t>
        <a:bodyPr/>
        <a:lstStyle/>
        <a:p>
          <a:endParaRPr lang="en-US"/>
        </a:p>
      </dgm:t>
    </dgm:pt>
    <dgm:pt modelId="{8720216B-5889-4AB6-B0DC-3FA2F3DC6B86}" type="sibTrans" cxnId="{239D34D2-9607-4DFB-82A6-CDA84E15623A}">
      <dgm:prSet/>
      <dgm:spPr/>
      <dgm:t>
        <a:bodyPr/>
        <a:lstStyle/>
        <a:p>
          <a:endParaRPr lang="en-US"/>
        </a:p>
      </dgm:t>
    </dgm:pt>
    <dgm:pt modelId="{834A4DC5-516A-4C9B-8D53-02B1A721B100}">
      <dgm:prSet/>
      <dgm:spPr/>
      <dgm:t>
        <a:bodyPr/>
        <a:lstStyle/>
        <a:p>
          <a:r>
            <a:rPr lang="ar-IQ" b="1" i="0" baseline="0"/>
            <a:t>Penta</a:t>
          </a:r>
          <a:r>
            <a:rPr lang="ar-IQ" b="0" i="0" baseline="0"/>
            <a:t>: DTaP, Hib, IPV</a:t>
          </a:r>
          <a:endParaRPr lang="en-US"/>
        </a:p>
      </dgm:t>
    </dgm:pt>
    <dgm:pt modelId="{3501D7F1-4222-46DE-A97D-FBDE1DB83952}" type="parTrans" cxnId="{6009FA10-8662-4E82-B951-E8559C9FA947}">
      <dgm:prSet/>
      <dgm:spPr/>
      <dgm:t>
        <a:bodyPr/>
        <a:lstStyle/>
        <a:p>
          <a:endParaRPr lang="en-US"/>
        </a:p>
      </dgm:t>
    </dgm:pt>
    <dgm:pt modelId="{339DC7A8-3AAD-4E91-AC60-9F299C220F1E}" type="sibTrans" cxnId="{6009FA10-8662-4E82-B951-E8559C9FA947}">
      <dgm:prSet/>
      <dgm:spPr/>
      <dgm:t>
        <a:bodyPr/>
        <a:lstStyle/>
        <a:p>
          <a:endParaRPr lang="en-US"/>
        </a:p>
      </dgm:t>
    </dgm:pt>
    <dgm:pt modelId="{9CD8E52A-4A94-42D1-BCFE-0EC6BCE24E62}">
      <dgm:prSet/>
      <dgm:spPr/>
      <dgm:t>
        <a:bodyPr/>
        <a:lstStyle/>
        <a:p>
          <a:r>
            <a:rPr lang="ar-IQ" b="1" i="0" baseline="0"/>
            <a:t>Tetra</a:t>
          </a:r>
          <a:r>
            <a:rPr lang="ar-IQ" b="0" i="0" baseline="0"/>
            <a:t>: DTaP, IPV</a:t>
          </a:r>
          <a:endParaRPr lang="en-US"/>
        </a:p>
      </dgm:t>
    </dgm:pt>
    <dgm:pt modelId="{547F3F44-04E1-43A1-826A-3FC405A75B66}" type="parTrans" cxnId="{D0E4CF06-A9A9-4B7D-A3CA-C00AB8B7EFC9}">
      <dgm:prSet/>
      <dgm:spPr/>
      <dgm:t>
        <a:bodyPr/>
        <a:lstStyle/>
        <a:p>
          <a:endParaRPr lang="en-US"/>
        </a:p>
      </dgm:t>
    </dgm:pt>
    <dgm:pt modelId="{2EBFC7BF-BCFD-4092-9326-E4A4880880EF}" type="sibTrans" cxnId="{D0E4CF06-A9A9-4B7D-A3CA-C00AB8B7EFC9}">
      <dgm:prSet/>
      <dgm:spPr/>
      <dgm:t>
        <a:bodyPr/>
        <a:lstStyle/>
        <a:p>
          <a:endParaRPr lang="en-US"/>
        </a:p>
      </dgm:t>
    </dgm:pt>
    <dgm:pt modelId="{BC175894-F658-450D-96ED-E5C3FC03F567}">
      <dgm:prSet/>
      <dgm:spPr/>
      <dgm:t>
        <a:bodyPr/>
        <a:lstStyle/>
        <a:p>
          <a:r>
            <a:rPr lang="ar-IQ" b="1" i="0" baseline="0"/>
            <a:t>Rota</a:t>
          </a:r>
          <a:r>
            <a:rPr lang="ar-IQ" b="0" i="0" baseline="0"/>
            <a:t>: Rotavirus vaccine</a:t>
          </a:r>
          <a:endParaRPr lang="en-US"/>
        </a:p>
      </dgm:t>
    </dgm:pt>
    <dgm:pt modelId="{23AB0B8A-805A-432A-95B7-98EDF44038F5}" type="parTrans" cxnId="{19C66772-E73E-4BEA-B5C0-36CA5DADC15C}">
      <dgm:prSet/>
      <dgm:spPr/>
      <dgm:t>
        <a:bodyPr/>
        <a:lstStyle/>
        <a:p>
          <a:endParaRPr lang="en-US"/>
        </a:p>
      </dgm:t>
    </dgm:pt>
    <dgm:pt modelId="{950CE478-850A-4D17-9B38-4B0A74D99766}" type="sibTrans" cxnId="{19C66772-E73E-4BEA-B5C0-36CA5DADC15C}">
      <dgm:prSet/>
      <dgm:spPr/>
      <dgm:t>
        <a:bodyPr/>
        <a:lstStyle/>
        <a:p>
          <a:endParaRPr lang="en-US"/>
        </a:p>
      </dgm:t>
    </dgm:pt>
    <dgm:pt modelId="{0CC01970-2980-419B-A689-6ED0EC1D1072}">
      <dgm:prSet/>
      <dgm:spPr/>
      <dgm:t>
        <a:bodyPr/>
        <a:lstStyle/>
        <a:p>
          <a:r>
            <a:rPr lang="ar-IQ" b="1" i="0" baseline="0"/>
            <a:t>PCV</a:t>
          </a:r>
          <a:r>
            <a:rPr lang="ar-IQ" b="0" i="0" baseline="0"/>
            <a:t>: Pneumococcal conjugate vaccine</a:t>
          </a:r>
          <a:endParaRPr lang="en-US"/>
        </a:p>
      </dgm:t>
    </dgm:pt>
    <dgm:pt modelId="{A63D9117-0068-40F4-BBBA-EF2C0E1E8D91}" type="parTrans" cxnId="{CBA13D39-928B-4010-9D7C-3764EF20E461}">
      <dgm:prSet/>
      <dgm:spPr/>
      <dgm:t>
        <a:bodyPr/>
        <a:lstStyle/>
        <a:p>
          <a:endParaRPr lang="en-US"/>
        </a:p>
      </dgm:t>
    </dgm:pt>
    <dgm:pt modelId="{ADD9E8F0-7CB7-47B7-9F8D-7FA7DCE7C129}" type="sibTrans" cxnId="{CBA13D39-928B-4010-9D7C-3764EF20E461}">
      <dgm:prSet/>
      <dgm:spPr/>
      <dgm:t>
        <a:bodyPr/>
        <a:lstStyle/>
        <a:p>
          <a:endParaRPr lang="en-US"/>
        </a:p>
      </dgm:t>
    </dgm:pt>
    <dgm:pt modelId="{D8748DF6-97A9-41CB-A9C1-B3D4D5942986}">
      <dgm:prSet/>
      <dgm:spPr/>
      <dgm:t>
        <a:bodyPr/>
        <a:lstStyle/>
        <a:p>
          <a:r>
            <a:rPr lang="ar-IQ" b="1" i="0" baseline="0"/>
            <a:t>BCG</a:t>
          </a:r>
          <a:r>
            <a:rPr lang="ar-IQ" b="0" i="0" baseline="0"/>
            <a:t>: Bacille Calmette-Guerin (Tuberculosis)</a:t>
          </a:r>
          <a:br>
            <a:rPr lang="ar-IQ" b="0" i="0" baseline="0"/>
          </a:br>
          <a:endParaRPr lang="en-US"/>
        </a:p>
      </dgm:t>
    </dgm:pt>
    <dgm:pt modelId="{69A2E2F0-841F-457E-A4C6-70355972B5D2}" type="parTrans" cxnId="{AA2F6C71-1C0B-4907-A561-90D082F977AF}">
      <dgm:prSet/>
      <dgm:spPr/>
      <dgm:t>
        <a:bodyPr/>
        <a:lstStyle/>
        <a:p>
          <a:endParaRPr lang="en-US"/>
        </a:p>
      </dgm:t>
    </dgm:pt>
    <dgm:pt modelId="{133A5DCE-C8D5-4BDE-B2E2-A7A77026407D}" type="sibTrans" cxnId="{AA2F6C71-1C0B-4907-A561-90D082F977AF}">
      <dgm:prSet/>
      <dgm:spPr/>
      <dgm:t>
        <a:bodyPr/>
        <a:lstStyle/>
        <a:p>
          <a:endParaRPr lang="en-US"/>
        </a:p>
      </dgm:t>
    </dgm:pt>
    <dgm:pt modelId="{C4FF4B56-6499-4183-9C73-2AF1A9F1C265}" type="pres">
      <dgm:prSet presAssocID="{7C49FA2F-958D-44BB-BDD5-33FB8592F231}" presName="vert0" presStyleCnt="0">
        <dgm:presLayoutVars>
          <dgm:dir/>
          <dgm:animOne val="branch"/>
          <dgm:animLvl val="lvl"/>
        </dgm:presLayoutVars>
      </dgm:prSet>
      <dgm:spPr/>
    </dgm:pt>
    <dgm:pt modelId="{B562717E-6B99-42EF-A376-45AFF92B536B}" type="pres">
      <dgm:prSet presAssocID="{2771B0A5-F48D-4C78-A5D2-7CCB29BE3573}" presName="thickLine" presStyleLbl="alignNode1" presStyleIdx="0" presStyleCnt="6"/>
      <dgm:spPr/>
    </dgm:pt>
    <dgm:pt modelId="{B97A26C7-00B0-42D4-872A-5DA43A118A0B}" type="pres">
      <dgm:prSet presAssocID="{2771B0A5-F48D-4C78-A5D2-7CCB29BE3573}" presName="horz1" presStyleCnt="0"/>
      <dgm:spPr/>
    </dgm:pt>
    <dgm:pt modelId="{D499E447-666A-4058-A428-45380D694B4B}" type="pres">
      <dgm:prSet presAssocID="{2771B0A5-F48D-4C78-A5D2-7CCB29BE3573}" presName="tx1" presStyleLbl="revTx" presStyleIdx="0" presStyleCnt="6"/>
      <dgm:spPr/>
    </dgm:pt>
    <dgm:pt modelId="{0044533B-C0D4-4938-B43C-3BD7C661680D}" type="pres">
      <dgm:prSet presAssocID="{2771B0A5-F48D-4C78-A5D2-7CCB29BE3573}" presName="vert1" presStyleCnt="0"/>
      <dgm:spPr/>
    </dgm:pt>
    <dgm:pt modelId="{3BD67E49-C5AA-469C-ACE9-2AF4E0BF90C8}" type="pres">
      <dgm:prSet presAssocID="{834A4DC5-516A-4C9B-8D53-02B1A721B100}" presName="thickLine" presStyleLbl="alignNode1" presStyleIdx="1" presStyleCnt="6"/>
      <dgm:spPr/>
    </dgm:pt>
    <dgm:pt modelId="{5EB36875-8490-48AE-9716-7A0AF70DE9FE}" type="pres">
      <dgm:prSet presAssocID="{834A4DC5-516A-4C9B-8D53-02B1A721B100}" presName="horz1" presStyleCnt="0"/>
      <dgm:spPr/>
    </dgm:pt>
    <dgm:pt modelId="{76B4C123-9AF6-4F08-910D-599ACC483413}" type="pres">
      <dgm:prSet presAssocID="{834A4DC5-516A-4C9B-8D53-02B1A721B100}" presName="tx1" presStyleLbl="revTx" presStyleIdx="1" presStyleCnt="6"/>
      <dgm:spPr/>
    </dgm:pt>
    <dgm:pt modelId="{C98C66EB-A0CD-45B1-ADE4-34E908E13BC1}" type="pres">
      <dgm:prSet presAssocID="{834A4DC5-516A-4C9B-8D53-02B1A721B100}" presName="vert1" presStyleCnt="0"/>
      <dgm:spPr/>
    </dgm:pt>
    <dgm:pt modelId="{7667D878-A55A-4E9F-92AC-82CC1CC612EA}" type="pres">
      <dgm:prSet presAssocID="{9CD8E52A-4A94-42D1-BCFE-0EC6BCE24E62}" presName="thickLine" presStyleLbl="alignNode1" presStyleIdx="2" presStyleCnt="6"/>
      <dgm:spPr/>
    </dgm:pt>
    <dgm:pt modelId="{703CC848-00EC-453B-8A8B-43178EB89AEB}" type="pres">
      <dgm:prSet presAssocID="{9CD8E52A-4A94-42D1-BCFE-0EC6BCE24E62}" presName="horz1" presStyleCnt="0"/>
      <dgm:spPr/>
    </dgm:pt>
    <dgm:pt modelId="{B8695F96-A3DF-4629-BD2D-C42C8DD9CC56}" type="pres">
      <dgm:prSet presAssocID="{9CD8E52A-4A94-42D1-BCFE-0EC6BCE24E62}" presName="tx1" presStyleLbl="revTx" presStyleIdx="2" presStyleCnt="6"/>
      <dgm:spPr/>
    </dgm:pt>
    <dgm:pt modelId="{2C5F39FB-E2F9-409C-84C1-35702D78DBCA}" type="pres">
      <dgm:prSet presAssocID="{9CD8E52A-4A94-42D1-BCFE-0EC6BCE24E62}" presName="vert1" presStyleCnt="0"/>
      <dgm:spPr/>
    </dgm:pt>
    <dgm:pt modelId="{6330FFA0-EDB3-4FA9-95E6-F69385C949E5}" type="pres">
      <dgm:prSet presAssocID="{BC175894-F658-450D-96ED-E5C3FC03F567}" presName="thickLine" presStyleLbl="alignNode1" presStyleIdx="3" presStyleCnt="6"/>
      <dgm:spPr/>
    </dgm:pt>
    <dgm:pt modelId="{EED46736-7B0D-4B27-9F73-3F35C7E06728}" type="pres">
      <dgm:prSet presAssocID="{BC175894-F658-450D-96ED-E5C3FC03F567}" presName="horz1" presStyleCnt="0"/>
      <dgm:spPr/>
    </dgm:pt>
    <dgm:pt modelId="{F2567779-BF5E-42B3-A3FC-B00D5030FDC8}" type="pres">
      <dgm:prSet presAssocID="{BC175894-F658-450D-96ED-E5C3FC03F567}" presName="tx1" presStyleLbl="revTx" presStyleIdx="3" presStyleCnt="6"/>
      <dgm:spPr/>
    </dgm:pt>
    <dgm:pt modelId="{B92AD554-BEE0-4C5D-B7FD-32617CDAF699}" type="pres">
      <dgm:prSet presAssocID="{BC175894-F658-450D-96ED-E5C3FC03F567}" presName="vert1" presStyleCnt="0"/>
      <dgm:spPr/>
    </dgm:pt>
    <dgm:pt modelId="{C4A82895-D969-4B1B-892E-BC04F015628C}" type="pres">
      <dgm:prSet presAssocID="{0CC01970-2980-419B-A689-6ED0EC1D1072}" presName="thickLine" presStyleLbl="alignNode1" presStyleIdx="4" presStyleCnt="6"/>
      <dgm:spPr/>
    </dgm:pt>
    <dgm:pt modelId="{C9534B10-F06C-46F0-9162-EF9A03F3F291}" type="pres">
      <dgm:prSet presAssocID="{0CC01970-2980-419B-A689-6ED0EC1D1072}" presName="horz1" presStyleCnt="0"/>
      <dgm:spPr/>
    </dgm:pt>
    <dgm:pt modelId="{983D2AB7-84F7-4CB6-BB56-2C66B91785B1}" type="pres">
      <dgm:prSet presAssocID="{0CC01970-2980-419B-A689-6ED0EC1D1072}" presName="tx1" presStyleLbl="revTx" presStyleIdx="4" presStyleCnt="6"/>
      <dgm:spPr/>
    </dgm:pt>
    <dgm:pt modelId="{DF096C05-4E40-4212-B4ED-211B11D05918}" type="pres">
      <dgm:prSet presAssocID="{0CC01970-2980-419B-A689-6ED0EC1D1072}" presName="vert1" presStyleCnt="0"/>
      <dgm:spPr/>
    </dgm:pt>
    <dgm:pt modelId="{948A3C75-79A8-474F-A866-97700DCE553E}" type="pres">
      <dgm:prSet presAssocID="{D8748DF6-97A9-41CB-A9C1-B3D4D5942986}" presName="thickLine" presStyleLbl="alignNode1" presStyleIdx="5" presStyleCnt="6"/>
      <dgm:spPr/>
    </dgm:pt>
    <dgm:pt modelId="{9F253D6D-77FF-4200-8F1A-8C0561A10262}" type="pres">
      <dgm:prSet presAssocID="{D8748DF6-97A9-41CB-A9C1-B3D4D5942986}" presName="horz1" presStyleCnt="0"/>
      <dgm:spPr/>
    </dgm:pt>
    <dgm:pt modelId="{B6FB3FE9-E457-48A2-9EF9-BCE2145DD19B}" type="pres">
      <dgm:prSet presAssocID="{D8748DF6-97A9-41CB-A9C1-B3D4D5942986}" presName="tx1" presStyleLbl="revTx" presStyleIdx="5" presStyleCnt="6"/>
      <dgm:spPr/>
    </dgm:pt>
    <dgm:pt modelId="{D4C3BCB2-799B-4B5C-BB5F-21A6B42E2F56}" type="pres">
      <dgm:prSet presAssocID="{D8748DF6-97A9-41CB-A9C1-B3D4D5942986}" presName="vert1" presStyleCnt="0"/>
      <dgm:spPr/>
    </dgm:pt>
  </dgm:ptLst>
  <dgm:cxnLst>
    <dgm:cxn modelId="{D0E4CF06-A9A9-4B7D-A3CA-C00AB8B7EFC9}" srcId="{7C49FA2F-958D-44BB-BDD5-33FB8592F231}" destId="{9CD8E52A-4A94-42D1-BCFE-0EC6BCE24E62}" srcOrd="2" destOrd="0" parTransId="{547F3F44-04E1-43A1-826A-3FC405A75B66}" sibTransId="{2EBFC7BF-BCFD-4092-9326-E4A4880880EF}"/>
    <dgm:cxn modelId="{6009FA10-8662-4E82-B951-E8559C9FA947}" srcId="{7C49FA2F-958D-44BB-BDD5-33FB8592F231}" destId="{834A4DC5-516A-4C9B-8D53-02B1A721B100}" srcOrd="1" destOrd="0" parTransId="{3501D7F1-4222-46DE-A97D-FBDE1DB83952}" sibTransId="{339DC7A8-3AAD-4E91-AC60-9F299C220F1E}"/>
    <dgm:cxn modelId="{7BE1B318-1CEC-4424-87C8-A3F50535E128}" type="presOf" srcId="{BC175894-F658-450D-96ED-E5C3FC03F567}" destId="{F2567779-BF5E-42B3-A3FC-B00D5030FDC8}" srcOrd="0" destOrd="0" presId="urn:microsoft.com/office/officeart/2008/layout/LinedList"/>
    <dgm:cxn modelId="{CBA13D39-928B-4010-9D7C-3764EF20E461}" srcId="{7C49FA2F-958D-44BB-BDD5-33FB8592F231}" destId="{0CC01970-2980-419B-A689-6ED0EC1D1072}" srcOrd="4" destOrd="0" parTransId="{A63D9117-0068-40F4-BBBA-EF2C0E1E8D91}" sibTransId="{ADD9E8F0-7CB7-47B7-9F8D-7FA7DCE7C129}"/>
    <dgm:cxn modelId="{C436E260-E9B8-4B16-945B-D169F6801887}" type="presOf" srcId="{9CD8E52A-4A94-42D1-BCFE-0EC6BCE24E62}" destId="{B8695F96-A3DF-4629-BD2D-C42C8DD9CC56}" srcOrd="0" destOrd="0" presId="urn:microsoft.com/office/officeart/2008/layout/LinedList"/>
    <dgm:cxn modelId="{AA2F6C71-1C0B-4907-A561-90D082F977AF}" srcId="{7C49FA2F-958D-44BB-BDD5-33FB8592F231}" destId="{D8748DF6-97A9-41CB-A9C1-B3D4D5942986}" srcOrd="5" destOrd="0" parTransId="{69A2E2F0-841F-457E-A4C6-70355972B5D2}" sibTransId="{133A5DCE-C8D5-4BDE-B2E2-A7A77026407D}"/>
    <dgm:cxn modelId="{19C66772-E73E-4BEA-B5C0-36CA5DADC15C}" srcId="{7C49FA2F-958D-44BB-BDD5-33FB8592F231}" destId="{BC175894-F658-450D-96ED-E5C3FC03F567}" srcOrd="3" destOrd="0" parTransId="{23AB0B8A-805A-432A-95B7-98EDF44038F5}" sibTransId="{950CE478-850A-4D17-9B38-4B0A74D99766}"/>
    <dgm:cxn modelId="{999A3B91-87A9-4793-A0DE-CCD02CC42C45}" type="presOf" srcId="{D8748DF6-97A9-41CB-A9C1-B3D4D5942986}" destId="{B6FB3FE9-E457-48A2-9EF9-BCE2145DD19B}" srcOrd="0" destOrd="0" presId="urn:microsoft.com/office/officeart/2008/layout/LinedList"/>
    <dgm:cxn modelId="{8DC6E192-FF9A-485F-8BF5-C89CE7827FD6}" type="presOf" srcId="{7C49FA2F-958D-44BB-BDD5-33FB8592F231}" destId="{C4FF4B56-6499-4183-9C73-2AF1A9F1C265}" srcOrd="0" destOrd="0" presId="urn:microsoft.com/office/officeart/2008/layout/LinedList"/>
    <dgm:cxn modelId="{AA6E9ABB-7F25-4519-9B17-0D83176D22BE}" type="presOf" srcId="{0CC01970-2980-419B-A689-6ED0EC1D1072}" destId="{983D2AB7-84F7-4CB6-BB56-2C66B91785B1}" srcOrd="0" destOrd="0" presId="urn:microsoft.com/office/officeart/2008/layout/LinedList"/>
    <dgm:cxn modelId="{9CF0A0D0-5695-4433-B726-6C4227BF7AF6}" type="presOf" srcId="{2771B0A5-F48D-4C78-A5D2-7CCB29BE3573}" destId="{D499E447-666A-4058-A428-45380D694B4B}" srcOrd="0" destOrd="0" presId="urn:microsoft.com/office/officeart/2008/layout/LinedList"/>
    <dgm:cxn modelId="{239D34D2-9607-4DFB-82A6-CDA84E15623A}" srcId="{7C49FA2F-958D-44BB-BDD5-33FB8592F231}" destId="{2771B0A5-F48D-4C78-A5D2-7CCB29BE3573}" srcOrd="0" destOrd="0" parTransId="{C038F3F0-EA8C-409D-907D-F7D03A5389F4}" sibTransId="{8720216B-5889-4AB6-B0DC-3FA2F3DC6B86}"/>
    <dgm:cxn modelId="{090960F4-50F9-4154-8143-E482E5817975}" type="presOf" srcId="{834A4DC5-516A-4C9B-8D53-02B1A721B100}" destId="{76B4C123-9AF6-4F08-910D-599ACC483413}" srcOrd="0" destOrd="0" presId="urn:microsoft.com/office/officeart/2008/layout/LinedList"/>
    <dgm:cxn modelId="{446E9891-0DDB-4B40-831F-D45E90F0D393}" type="presParOf" srcId="{C4FF4B56-6499-4183-9C73-2AF1A9F1C265}" destId="{B562717E-6B99-42EF-A376-45AFF92B536B}" srcOrd="0" destOrd="0" presId="urn:microsoft.com/office/officeart/2008/layout/LinedList"/>
    <dgm:cxn modelId="{48F4A84D-8AF7-44A0-B880-578ABEB0A5FB}" type="presParOf" srcId="{C4FF4B56-6499-4183-9C73-2AF1A9F1C265}" destId="{B97A26C7-00B0-42D4-872A-5DA43A118A0B}" srcOrd="1" destOrd="0" presId="urn:microsoft.com/office/officeart/2008/layout/LinedList"/>
    <dgm:cxn modelId="{5A1CB243-4CBB-4869-B2C7-2AB554067B51}" type="presParOf" srcId="{B97A26C7-00B0-42D4-872A-5DA43A118A0B}" destId="{D499E447-666A-4058-A428-45380D694B4B}" srcOrd="0" destOrd="0" presId="urn:microsoft.com/office/officeart/2008/layout/LinedList"/>
    <dgm:cxn modelId="{0D76D938-05C6-40E2-89DB-944159511A83}" type="presParOf" srcId="{B97A26C7-00B0-42D4-872A-5DA43A118A0B}" destId="{0044533B-C0D4-4938-B43C-3BD7C661680D}" srcOrd="1" destOrd="0" presId="urn:microsoft.com/office/officeart/2008/layout/LinedList"/>
    <dgm:cxn modelId="{0A449F9B-8343-4446-AF7B-233DAFDE9353}" type="presParOf" srcId="{C4FF4B56-6499-4183-9C73-2AF1A9F1C265}" destId="{3BD67E49-C5AA-469C-ACE9-2AF4E0BF90C8}" srcOrd="2" destOrd="0" presId="urn:microsoft.com/office/officeart/2008/layout/LinedList"/>
    <dgm:cxn modelId="{E701C0F9-CD3D-48E9-9626-241BD3B81134}" type="presParOf" srcId="{C4FF4B56-6499-4183-9C73-2AF1A9F1C265}" destId="{5EB36875-8490-48AE-9716-7A0AF70DE9FE}" srcOrd="3" destOrd="0" presId="urn:microsoft.com/office/officeart/2008/layout/LinedList"/>
    <dgm:cxn modelId="{E93A174F-25E6-4021-B7E4-4E9D6FEFDD68}" type="presParOf" srcId="{5EB36875-8490-48AE-9716-7A0AF70DE9FE}" destId="{76B4C123-9AF6-4F08-910D-599ACC483413}" srcOrd="0" destOrd="0" presId="urn:microsoft.com/office/officeart/2008/layout/LinedList"/>
    <dgm:cxn modelId="{E73731CC-B614-43B2-888F-CE6DCE277997}" type="presParOf" srcId="{5EB36875-8490-48AE-9716-7A0AF70DE9FE}" destId="{C98C66EB-A0CD-45B1-ADE4-34E908E13BC1}" srcOrd="1" destOrd="0" presId="urn:microsoft.com/office/officeart/2008/layout/LinedList"/>
    <dgm:cxn modelId="{7C2B1D49-75BC-4F22-A98C-7FC8BA864FB6}" type="presParOf" srcId="{C4FF4B56-6499-4183-9C73-2AF1A9F1C265}" destId="{7667D878-A55A-4E9F-92AC-82CC1CC612EA}" srcOrd="4" destOrd="0" presId="urn:microsoft.com/office/officeart/2008/layout/LinedList"/>
    <dgm:cxn modelId="{0B467AA8-F025-4D3E-982E-572741EE0E9C}" type="presParOf" srcId="{C4FF4B56-6499-4183-9C73-2AF1A9F1C265}" destId="{703CC848-00EC-453B-8A8B-43178EB89AEB}" srcOrd="5" destOrd="0" presId="urn:microsoft.com/office/officeart/2008/layout/LinedList"/>
    <dgm:cxn modelId="{540CF54E-F70C-4887-A23E-2FE7F530EFF9}" type="presParOf" srcId="{703CC848-00EC-453B-8A8B-43178EB89AEB}" destId="{B8695F96-A3DF-4629-BD2D-C42C8DD9CC56}" srcOrd="0" destOrd="0" presId="urn:microsoft.com/office/officeart/2008/layout/LinedList"/>
    <dgm:cxn modelId="{61B2C1C5-11F0-4C63-A17A-50B39564D311}" type="presParOf" srcId="{703CC848-00EC-453B-8A8B-43178EB89AEB}" destId="{2C5F39FB-E2F9-409C-84C1-35702D78DBCA}" srcOrd="1" destOrd="0" presId="urn:microsoft.com/office/officeart/2008/layout/LinedList"/>
    <dgm:cxn modelId="{B7BB637C-1060-488F-8674-64ADE9F5B5DB}" type="presParOf" srcId="{C4FF4B56-6499-4183-9C73-2AF1A9F1C265}" destId="{6330FFA0-EDB3-4FA9-95E6-F69385C949E5}" srcOrd="6" destOrd="0" presId="urn:microsoft.com/office/officeart/2008/layout/LinedList"/>
    <dgm:cxn modelId="{9C247EC0-BD6E-4A2F-B6D3-44130E654954}" type="presParOf" srcId="{C4FF4B56-6499-4183-9C73-2AF1A9F1C265}" destId="{EED46736-7B0D-4B27-9F73-3F35C7E06728}" srcOrd="7" destOrd="0" presId="urn:microsoft.com/office/officeart/2008/layout/LinedList"/>
    <dgm:cxn modelId="{B12EADFA-9DC9-45C2-AE0D-F41461CD7611}" type="presParOf" srcId="{EED46736-7B0D-4B27-9F73-3F35C7E06728}" destId="{F2567779-BF5E-42B3-A3FC-B00D5030FDC8}" srcOrd="0" destOrd="0" presId="urn:microsoft.com/office/officeart/2008/layout/LinedList"/>
    <dgm:cxn modelId="{4F78C700-6B01-48DC-8B3A-B2369A739255}" type="presParOf" srcId="{EED46736-7B0D-4B27-9F73-3F35C7E06728}" destId="{B92AD554-BEE0-4C5D-B7FD-32617CDAF699}" srcOrd="1" destOrd="0" presId="urn:microsoft.com/office/officeart/2008/layout/LinedList"/>
    <dgm:cxn modelId="{B3887DAF-816C-4ACF-8096-D22C4C7C2D9F}" type="presParOf" srcId="{C4FF4B56-6499-4183-9C73-2AF1A9F1C265}" destId="{C4A82895-D969-4B1B-892E-BC04F015628C}" srcOrd="8" destOrd="0" presId="urn:microsoft.com/office/officeart/2008/layout/LinedList"/>
    <dgm:cxn modelId="{0C086098-04D5-4694-9187-32E689F0090E}" type="presParOf" srcId="{C4FF4B56-6499-4183-9C73-2AF1A9F1C265}" destId="{C9534B10-F06C-46F0-9162-EF9A03F3F291}" srcOrd="9" destOrd="0" presId="urn:microsoft.com/office/officeart/2008/layout/LinedList"/>
    <dgm:cxn modelId="{89B4A251-B73F-4FBA-874C-34D0D179DBC5}" type="presParOf" srcId="{C9534B10-F06C-46F0-9162-EF9A03F3F291}" destId="{983D2AB7-84F7-4CB6-BB56-2C66B91785B1}" srcOrd="0" destOrd="0" presId="urn:microsoft.com/office/officeart/2008/layout/LinedList"/>
    <dgm:cxn modelId="{FC696BB9-3EE0-4AED-B872-BA3AD359B7F4}" type="presParOf" srcId="{C9534B10-F06C-46F0-9162-EF9A03F3F291}" destId="{DF096C05-4E40-4212-B4ED-211B11D05918}" srcOrd="1" destOrd="0" presId="urn:microsoft.com/office/officeart/2008/layout/LinedList"/>
    <dgm:cxn modelId="{A87B7B28-17CB-4EFF-B223-A4EE10363676}" type="presParOf" srcId="{C4FF4B56-6499-4183-9C73-2AF1A9F1C265}" destId="{948A3C75-79A8-474F-A866-97700DCE553E}" srcOrd="10" destOrd="0" presId="urn:microsoft.com/office/officeart/2008/layout/LinedList"/>
    <dgm:cxn modelId="{BCF9DD97-57CE-449D-9FF8-31040C5DA33B}" type="presParOf" srcId="{C4FF4B56-6499-4183-9C73-2AF1A9F1C265}" destId="{9F253D6D-77FF-4200-8F1A-8C0561A10262}" srcOrd="11" destOrd="0" presId="urn:microsoft.com/office/officeart/2008/layout/LinedList"/>
    <dgm:cxn modelId="{4A328342-E25D-42FE-9D0C-77D26BCB5D41}" type="presParOf" srcId="{9F253D6D-77FF-4200-8F1A-8C0561A10262}" destId="{B6FB3FE9-E457-48A2-9EF9-BCE2145DD19B}" srcOrd="0" destOrd="0" presId="urn:microsoft.com/office/officeart/2008/layout/LinedList"/>
    <dgm:cxn modelId="{AD2CB613-616E-49D6-80A1-552C8B0B3F09}" type="presParOf" srcId="{9F253D6D-77FF-4200-8F1A-8C0561A10262}" destId="{D4C3BCB2-799B-4B5C-BB5F-21A6B42E2F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7A35F8-FFB2-487A-BDAD-3B60F1814C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780A99C-AE39-49A4-AD24-B31270E61968}">
      <dgm:prSet/>
      <dgm:spPr/>
      <dgm:t>
        <a:bodyPr/>
        <a:lstStyle/>
        <a:p>
          <a:r>
            <a:rPr lang="en-US" b="1" i="0"/>
            <a:t>Route</a:t>
          </a:r>
          <a:r>
            <a:rPr lang="en-US" b="0" i="0"/>
            <a:t>: Intradermal</a:t>
          </a:r>
          <a:endParaRPr lang="en-US"/>
        </a:p>
      </dgm:t>
    </dgm:pt>
    <dgm:pt modelId="{E759ECBB-6DB6-4AC6-AD6C-B791B917F8DA}" type="parTrans" cxnId="{961F1D03-C317-465A-B7B1-C9E8D610EAD6}">
      <dgm:prSet/>
      <dgm:spPr/>
      <dgm:t>
        <a:bodyPr/>
        <a:lstStyle/>
        <a:p>
          <a:endParaRPr lang="en-US"/>
        </a:p>
      </dgm:t>
    </dgm:pt>
    <dgm:pt modelId="{372E04D2-5B1A-4B54-9025-7DFDED39055C}" type="sibTrans" cxnId="{961F1D03-C317-465A-B7B1-C9E8D610EAD6}">
      <dgm:prSet/>
      <dgm:spPr/>
      <dgm:t>
        <a:bodyPr/>
        <a:lstStyle/>
        <a:p>
          <a:endParaRPr lang="en-US"/>
        </a:p>
      </dgm:t>
    </dgm:pt>
    <dgm:pt modelId="{495A8E10-DD12-4B7A-A027-5EA8E607C916}">
      <dgm:prSet/>
      <dgm:spPr/>
      <dgm:t>
        <a:bodyPr/>
        <a:lstStyle/>
        <a:p>
          <a:r>
            <a:rPr lang="en-US" b="1" i="0"/>
            <a:t>Dose</a:t>
          </a:r>
          <a:r>
            <a:rPr lang="en-US" b="0" i="0"/>
            <a:t>: 0.05ml</a:t>
          </a:r>
          <a:endParaRPr lang="en-US"/>
        </a:p>
      </dgm:t>
    </dgm:pt>
    <dgm:pt modelId="{F8F8AEE7-5CC8-4E9F-B5A5-6A6BFF0B0F84}" type="parTrans" cxnId="{6673EB09-D851-4D63-B314-6D2561F09F57}">
      <dgm:prSet/>
      <dgm:spPr/>
      <dgm:t>
        <a:bodyPr/>
        <a:lstStyle/>
        <a:p>
          <a:endParaRPr lang="en-US"/>
        </a:p>
      </dgm:t>
    </dgm:pt>
    <dgm:pt modelId="{9E632DC3-7FB9-44A0-AE51-7C346216F415}" type="sibTrans" cxnId="{6673EB09-D851-4D63-B314-6D2561F09F57}">
      <dgm:prSet/>
      <dgm:spPr/>
      <dgm:t>
        <a:bodyPr/>
        <a:lstStyle/>
        <a:p>
          <a:endParaRPr lang="en-US"/>
        </a:p>
      </dgm:t>
    </dgm:pt>
    <dgm:pt modelId="{86C8B437-8F63-4AE1-92BF-CEA1A203C8CE}">
      <dgm:prSet/>
      <dgm:spPr/>
      <dgm:t>
        <a:bodyPr/>
        <a:lstStyle/>
        <a:p>
          <a:r>
            <a:rPr lang="en-US" b="1" i="0"/>
            <a:t>Side Effects</a:t>
          </a:r>
          <a:r>
            <a:rPr lang="en-US" b="0" i="0"/>
            <a:t>: Regional lymphadenitis, abscess, osteomyelitis.</a:t>
          </a:r>
          <a:endParaRPr lang="en-US"/>
        </a:p>
      </dgm:t>
    </dgm:pt>
    <dgm:pt modelId="{270217FE-8678-4B58-B248-571B32F1D16D}" type="parTrans" cxnId="{1193EF75-96D0-45ED-AA48-C61A9DDAB7E2}">
      <dgm:prSet/>
      <dgm:spPr/>
      <dgm:t>
        <a:bodyPr/>
        <a:lstStyle/>
        <a:p>
          <a:endParaRPr lang="en-US"/>
        </a:p>
      </dgm:t>
    </dgm:pt>
    <dgm:pt modelId="{83FA2E70-7858-4B41-AA00-4605239FAF70}" type="sibTrans" cxnId="{1193EF75-96D0-45ED-AA48-C61A9DDAB7E2}">
      <dgm:prSet/>
      <dgm:spPr/>
      <dgm:t>
        <a:bodyPr/>
        <a:lstStyle/>
        <a:p>
          <a:endParaRPr lang="en-US"/>
        </a:p>
      </dgm:t>
    </dgm:pt>
    <dgm:pt modelId="{14744097-675B-49E4-8448-AF73A0383F71}">
      <dgm:prSet/>
      <dgm:spPr/>
      <dgm:t>
        <a:bodyPr/>
        <a:lstStyle/>
        <a:p>
          <a:r>
            <a:rPr lang="en-US" b="1" i="0"/>
            <a:t>Efficacy</a:t>
          </a:r>
          <a:r>
            <a:rPr lang="en-US" b="0" i="0"/>
            <a:t>: 50% for pulmonary TB, 50-80% for disseminated TB.</a:t>
          </a:r>
          <a:endParaRPr lang="en-US"/>
        </a:p>
      </dgm:t>
    </dgm:pt>
    <dgm:pt modelId="{3F9859AE-9925-47AB-AD6B-62DC832BCF73}" type="parTrans" cxnId="{D5F9D6CA-0BF9-4727-91D8-8E894FAE8B0D}">
      <dgm:prSet/>
      <dgm:spPr/>
      <dgm:t>
        <a:bodyPr/>
        <a:lstStyle/>
        <a:p>
          <a:endParaRPr lang="en-US"/>
        </a:p>
      </dgm:t>
    </dgm:pt>
    <dgm:pt modelId="{CC5B54B5-9198-4F3E-A6DD-AB70690D7C70}" type="sibTrans" cxnId="{D5F9D6CA-0BF9-4727-91D8-8E894FAE8B0D}">
      <dgm:prSet/>
      <dgm:spPr/>
      <dgm:t>
        <a:bodyPr/>
        <a:lstStyle/>
        <a:p>
          <a:endParaRPr lang="en-US"/>
        </a:p>
      </dgm:t>
    </dgm:pt>
    <dgm:pt modelId="{9B20AD2B-D027-42E9-8FE7-DDF2BC5DEF86}">
      <dgm:prSet/>
      <dgm:spPr/>
      <dgm:t>
        <a:bodyPr/>
        <a:lstStyle/>
        <a:p>
          <a:r>
            <a:rPr lang="en-US" b="1" i="0"/>
            <a:t>Contraindications</a:t>
          </a:r>
          <a:r>
            <a:rPr lang="en-US" b="0" i="0"/>
            <a:t>: Subcutaneous administration leads to abscess formation.</a:t>
          </a:r>
          <a:endParaRPr lang="en-US"/>
        </a:p>
      </dgm:t>
    </dgm:pt>
    <dgm:pt modelId="{30C0211B-DAAC-4753-8AAA-BF1A56D7A99F}" type="parTrans" cxnId="{402259DB-88FF-4677-8EB2-0EC655C77B88}">
      <dgm:prSet/>
      <dgm:spPr/>
      <dgm:t>
        <a:bodyPr/>
        <a:lstStyle/>
        <a:p>
          <a:endParaRPr lang="en-US"/>
        </a:p>
      </dgm:t>
    </dgm:pt>
    <dgm:pt modelId="{E4FF93C8-65E7-4F61-B0CA-09820F710E21}" type="sibTrans" cxnId="{402259DB-88FF-4677-8EB2-0EC655C77B88}">
      <dgm:prSet/>
      <dgm:spPr/>
      <dgm:t>
        <a:bodyPr/>
        <a:lstStyle/>
        <a:p>
          <a:endParaRPr lang="en-US"/>
        </a:p>
      </dgm:t>
    </dgm:pt>
    <dgm:pt modelId="{B5E8C7DD-1B5B-4F82-8212-10305D41A062}" type="pres">
      <dgm:prSet presAssocID="{AE7A35F8-FFB2-487A-BDAD-3B60F1814C80}" presName="root" presStyleCnt="0">
        <dgm:presLayoutVars>
          <dgm:dir/>
          <dgm:resizeHandles val="exact"/>
        </dgm:presLayoutVars>
      </dgm:prSet>
      <dgm:spPr/>
    </dgm:pt>
    <dgm:pt modelId="{25873A05-4295-4645-A22E-665452FE37D7}" type="pres">
      <dgm:prSet presAssocID="{8780A99C-AE39-49A4-AD24-B31270E61968}" presName="compNode" presStyleCnt="0"/>
      <dgm:spPr/>
    </dgm:pt>
    <dgm:pt modelId="{7777A4FB-9F93-401C-8C4E-701180325958}" type="pres">
      <dgm:prSet presAssocID="{8780A99C-AE39-49A4-AD24-B31270E61968}" presName="bgRect" presStyleLbl="bgShp" presStyleIdx="0" presStyleCnt="5"/>
      <dgm:spPr/>
    </dgm:pt>
    <dgm:pt modelId="{64CADA44-6982-4FE4-AE72-FAF4CE6F9B58}" type="pres">
      <dgm:prSet presAssocID="{8780A99C-AE39-49A4-AD24-B31270E6196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51A035BC-74F6-4D46-9B6F-445F771043CE}" type="pres">
      <dgm:prSet presAssocID="{8780A99C-AE39-49A4-AD24-B31270E61968}" presName="spaceRect" presStyleCnt="0"/>
      <dgm:spPr/>
    </dgm:pt>
    <dgm:pt modelId="{C3B67F3B-BE1A-44F4-A892-2917632C5A6D}" type="pres">
      <dgm:prSet presAssocID="{8780A99C-AE39-49A4-AD24-B31270E61968}" presName="parTx" presStyleLbl="revTx" presStyleIdx="0" presStyleCnt="5">
        <dgm:presLayoutVars>
          <dgm:chMax val="0"/>
          <dgm:chPref val="0"/>
        </dgm:presLayoutVars>
      </dgm:prSet>
      <dgm:spPr/>
    </dgm:pt>
    <dgm:pt modelId="{065ACA3F-0D74-485B-B5A6-358CE4201350}" type="pres">
      <dgm:prSet presAssocID="{372E04D2-5B1A-4B54-9025-7DFDED39055C}" presName="sibTrans" presStyleCnt="0"/>
      <dgm:spPr/>
    </dgm:pt>
    <dgm:pt modelId="{BCD99182-916F-43A6-9674-F0E06D74C235}" type="pres">
      <dgm:prSet presAssocID="{495A8E10-DD12-4B7A-A027-5EA8E607C916}" presName="compNode" presStyleCnt="0"/>
      <dgm:spPr/>
    </dgm:pt>
    <dgm:pt modelId="{D1DCC2A7-6317-4AA5-BC07-069C944FF639}" type="pres">
      <dgm:prSet presAssocID="{495A8E10-DD12-4B7A-A027-5EA8E607C916}" presName="bgRect" presStyleLbl="bgShp" presStyleIdx="1" presStyleCnt="5"/>
      <dgm:spPr/>
    </dgm:pt>
    <dgm:pt modelId="{52D1370B-69D1-404A-BC27-4A184D9AF246}" type="pres">
      <dgm:prSet presAssocID="{495A8E10-DD12-4B7A-A027-5EA8E607C91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إبرة"/>
        </a:ext>
      </dgm:extLst>
    </dgm:pt>
    <dgm:pt modelId="{6F7E4020-B4BF-4B22-B917-C09C6903716F}" type="pres">
      <dgm:prSet presAssocID="{495A8E10-DD12-4B7A-A027-5EA8E607C916}" presName="spaceRect" presStyleCnt="0"/>
      <dgm:spPr/>
    </dgm:pt>
    <dgm:pt modelId="{E766749E-0B2B-4840-BDB5-8C3BFD86DECE}" type="pres">
      <dgm:prSet presAssocID="{495A8E10-DD12-4B7A-A027-5EA8E607C916}" presName="parTx" presStyleLbl="revTx" presStyleIdx="1" presStyleCnt="5">
        <dgm:presLayoutVars>
          <dgm:chMax val="0"/>
          <dgm:chPref val="0"/>
        </dgm:presLayoutVars>
      </dgm:prSet>
      <dgm:spPr/>
    </dgm:pt>
    <dgm:pt modelId="{7D457A60-06D8-451E-B6DA-353699E989C2}" type="pres">
      <dgm:prSet presAssocID="{9E632DC3-7FB9-44A0-AE51-7C346216F415}" presName="sibTrans" presStyleCnt="0"/>
      <dgm:spPr/>
    </dgm:pt>
    <dgm:pt modelId="{E5F714B4-DDB1-46BD-A41E-F61D99BE9227}" type="pres">
      <dgm:prSet presAssocID="{86C8B437-8F63-4AE1-92BF-CEA1A203C8CE}" presName="compNode" presStyleCnt="0"/>
      <dgm:spPr/>
    </dgm:pt>
    <dgm:pt modelId="{C8022305-FFCE-4405-8151-1E132E43B8AC}" type="pres">
      <dgm:prSet presAssocID="{86C8B437-8F63-4AE1-92BF-CEA1A203C8CE}" presName="bgRect" presStyleLbl="bgShp" presStyleIdx="2" presStyleCnt="5"/>
      <dgm:spPr/>
    </dgm:pt>
    <dgm:pt modelId="{FE985EFF-84C3-4612-BF5E-621706801036}" type="pres">
      <dgm:prSet presAssocID="{86C8B437-8F63-4AE1-92BF-CEA1A203C8C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سماعة طبيب"/>
        </a:ext>
      </dgm:extLst>
    </dgm:pt>
    <dgm:pt modelId="{55587BC0-508B-4120-B509-648EDE4D8DAE}" type="pres">
      <dgm:prSet presAssocID="{86C8B437-8F63-4AE1-92BF-CEA1A203C8CE}" presName="spaceRect" presStyleCnt="0"/>
      <dgm:spPr/>
    </dgm:pt>
    <dgm:pt modelId="{9F227884-982F-4E00-8157-FEC29B6F2039}" type="pres">
      <dgm:prSet presAssocID="{86C8B437-8F63-4AE1-92BF-CEA1A203C8CE}" presName="parTx" presStyleLbl="revTx" presStyleIdx="2" presStyleCnt="5">
        <dgm:presLayoutVars>
          <dgm:chMax val="0"/>
          <dgm:chPref val="0"/>
        </dgm:presLayoutVars>
      </dgm:prSet>
      <dgm:spPr/>
    </dgm:pt>
    <dgm:pt modelId="{519620CF-3543-4DE8-9845-7847433E84B2}" type="pres">
      <dgm:prSet presAssocID="{83FA2E70-7858-4B41-AA00-4605239FAF70}" presName="sibTrans" presStyleCnt="0"/>
      <dgm:spPr/>
    </dgm:pt>
    <dgm:pt modelId="{2CBD9035-FF43-4506-8364-662CD7F1F135}" type="pres">
      <dgm:prSet presAssocID="{14744097-675B-49E4-8448-AF73A0383F71}" presName="compNode" presStyleCnt="0"/>
      <dgm:spPr/>
    </dgm:pt>
    <dgm:pt modelId="{97C81735-DAD7-48B4-9201-553C36BFCF86}" type="pres">
      <dgm:prSet presAssocID="{14744097-675B-49E4-8448-AF73A0383F71}" presName="bgRect" presStyleLbl="bgShp" presStyleIdx="3" presStyleCnt="5"/>
      <dgm:spPr/>
    </dgm:pt>
    <dgm:pt modelId="{B4EC5694-244A-44F1-B650-D59005250170}" type="pres">
      <dgm:prSet presAssocID="{14744097-675B-49E4-8448-AF73A0383F7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3E2A7BD8-CADD-4CCE-81DB-CC7FFB1BEAD5}" type="pres">
      <dgm:prSet presAssocID="{14744097-675B-49E4-8448-AF73A0383F71}" presName="spaceRect" presStyleCnt="0"/>
      <dgm:spPr/>
    </dgm:pt>
    <dgm:pt modelId="{600DC01D-BCB4-429A-9447-D1029D00DCF0}" type="pres">
      <dgm:prSet presAssocID="{14744097-675B-49E4-8448-AF73A0383F71}" presName="parTx" presStyleLbl="revTx" presStyleIdx="3" presStyleCnt="5">
        <dgm:presLayoutVars>
          <dgm:chMax val="0"/>
          <dgm:chPref val="0"/>
        </dgm:presLayoutVars>
      </dgm:prSet>
      <dgm:spPr/>
    </dgm:pt>
    <dgm:pt modelId="{F73345A4-E3BB-4F10-9A31-AA6ECD315B7F}" type="pres">
      <dgm:prSet presAssocID="{CC5B54B5-9198-4F3E-A6DD-AB70690D7C70}" presName="sibTrans" presStyleCnt="0"/>
      <dgm:spPr/>
    </dgm:pt>
    <dgm:pt modelId="{276C220E-9B0C-4D60-9658-CB0F842AB0D8}" type="pres">
      <dgm:prSet presAssocID="{9B20AD2B-D027-42E9-8FE7-DDF2BC5DEF86}" presName="compNode" presStyleCnt="0"/>
      <dgm:spPr/>
    </dgm:pt>
    <dgm:pt modelId="{D0F1D8E5-DFC4-4BB8-863F-FD28D6D6E34A}" type="pres">
      <dgm:prSet presAssocID="{9B20AD2B-D027-42E9-8FE7-DDF2BC5DEF86}" presName="bgRect" presStyleLbl="bgShp" presStyleIdx="4" presStyleCnt="5"/>
      <dgm:spPr/>
    </dgm:pt>
    <dgm:pt modelId="{B53E49CC-7D2C-43FE-B983-9A2C5F7A96C3}" type="pres">
      <dgm:prSet presAssocID="{9B20AD2B-D027-42E9-8FE7-DDF2BC5DEF8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مُهيّج"/>
        </a:ext>
      </dgm:extLst>
    </dgm:pt>
    <dgm:pt modelId="{39DA6B2B-11D2-46F2-BE29-D0E4E2BF209A}" type="pres">
      <dgm:prSet presAssocID="{9B20AD2B-D027-42E9-8FE7-DDF2BC5DEF86}" presName="spaceRect" presStyleCnt="0"/>
      <dgm:spPr/>
    </dgm:pt>
    <dgm:pt modelId="{8FE1899B-5946-4365-AB04-EEDC81C23FEB}" type="pres">
      <dgm:prSet presAssocID="{9B20AD2B-D027-42E9-8FE7-DDF2BC5DEF8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61F1D03-C317-465A-B7B1-C9E8D610EAD6}" srcId="{AE7A35F8-FFB2-487A-BDAD-3B60F1814C80}" destId="{8780A99C-AE39-49A4-AD24-B31270E61968}" srcOrd="0" destOrd="0" parTransId="{E759ECBB-6DB6-4AC6-AD6C-B791B917F8DA}" sibTransId="{372E04D2-5B1A-4B54-9025-7DFDED39055C}"/>
    <dgm:cxn modelId="{8F4A4F03-6CB1-4759-B798-0DAAEF144ED4}" type="presOf" srcId="{8780A99C-AE39-49A4-AD24-B31270E61968}" destId="{C3B67F3B-BE1A-44F4-A892-2917632C5A6D}" srcOrd="0" destOrd="0" presId="urn:microsoft.com/office/officeart/2018/2/layout/IconVerticalSolidList"/>
    <dgm:cxn modelId="{6673EB09-D851-4D63-B314-6D2561F09F57}" srcId="{AE7A35F8-FFB2-487A-BDAD-3B60F1814C80}" destId="{495A8E10-DD12-4B7A-A027-5EA8E607C916}" srcOrd="1" destOrd="0" parTransId="{F8F8AEE7-5CC8-4E9F-B5A5-6A6BFF0B0F84}" sibTransId="{9E632DC3-7FB9-44A0-AE51-7C346216F415}"/>
    <dgm:cxn modelId="{F2E4C373-6A86-4A22-B201-379B80FEE69B}" type="presOf" srcId="{86C8B437-8F63-4AE1-92BF-CEA1A203C8CE}" destId="{9F227884-982F-4E00-8157-FEC29B6F2039}" srcOrd="0" destOrd="0" presId="urn:microsoft.com/office/officeart/2018/2/layout/IconVerticalSolidList"/>
    <dgm:cxn modelId="{1193EF75-96D0-45ED-AA48-C61A9DDAB7E2}" srcId="{AE7A35F8-FFB2-487A-BDAD-3B60F1814C80}" destId="{86C8B437-8F63-4AE1-92BF-CEA1A203C8CE}" srcOrd="2" destOrd="0" parTransId="{270217FE-8678-4B58-B248-571B32F1D16D}" sibTransId="{83FA2E70-7858-4B41-AA00-4605239FAF70}"/>
    <dgm:cxn modelId="{BE46008F-7561-4751-B4C5-7554763CFF9E}" type="presOf" srcId="{AE7A35F8-FFB2-487A-BDAD-3B60F1814C80}" destId="{B5E8C7DD-1B5B-4F82-8212-10305D41A062}" srcOrd="0" destOrd="0" presId="urn:microsoft.com/office/officeart/2018/2/layout/IconVerticalSolidList"/>
    <dgm:cxn modelId="{D5F9D6CA-0BF9-4727-91D8-8E894FAE8B0D}" srcId="{AE7A35F8-FFB2-487A-BDAD-3B60F1814C80}" destId="{14744097-675B-49E4-8448-AF73A0383F71}" srcOrd="3" destOrd="0" parTransId="{3F9859AE-9925-47AB-AD6B-62DC832BCF73}" sibTransId="{CC5B54B5-9198-4F3E-A6DD-AB70690D7C70}"/>
    <dgm:cxn modelId="{402259DB-88FF-4677-8EB2-0EC655C77B88}" srcId="{AE7A35F8-FFB2-487A-BDAD-3B60F1814C80}" destId="{9B20AD2B-D027-42E9-8FE7-DDF2BC5DEF86}" srcOrd="4" destOrd="0" parTransId="{30C0211B-DAAC-4753-8AAA-BF1A56D7A99F}" sibTransId="{E4FF93C8-65E7-4F61-B0CA-09820F710E21}"/>
    <dgm:cxn modelId="{5054CBE7-8CCD-48E8-8800-502CDC9C646D}" type="presOf" srcId="{14744097-675B-49E4-8448-AF73A0383F71}" destId="{600DC01D-BCB4-429A-9447-D1029D00DCF0}" srcOrd="0" destOrd="0" presId="urn:microsoft.com/office/officeart/2018/2/layout/IconVerticalSolidList"/>
    <dgm:cxn modelId="{C9C6B9F0-8AAA-4676-BFB8-FC2C3C1F34B1}" type="presOf" srcId="{9B20AD2B-D027-42E9-8FE7-DDF2BC5DEF86}" destId="{8FE1899B-5946-4365-AB04-EEDC81C23FEB}" srcOrd="0" destOrd="0" presId="urn:microsoft.com/office/officeart/2018/2/layout/IconVerticalSolidList"/>
    <dgm:cxn modelId="{3B0C3FF9-DD71-4F2A-A96F-29B5C29A2C3B}" type="presOf" srcId="{495A8E10-DD12-4B7A-A027-5EA8E607C916}" destId="{E766749E-0B2B-4840-BDB5-8C3BFD86DECE}" srcOrd="0" destOrd="0" presId="urn:microsoft.com/office/officeart/2018/2/layout/IconVerticalSolidList"/>
    <dgm:cxn modelId="{0CD2F393-A2FB-4FD1-8FC4-B206F97E67CE}" type="presParOf" srcId="{B5E8C7DD-1B5B-4F82-8212-10305D41A062}" destId="{25873A05-4295-4645-A22E-665452FE37D7}" srcOrd="0" destOrd="0" presId="urn:microsoft.com/office/officeart/2018/2/layout/IconVerticalSolidList"/>
    <dgm:cxn modelId="{6EC18D5E-730A-4E79-8587-01D1EB4A8E5E}" type="presParOf" srcId="{25873A05-4295-4645-A22E-665452FE37D7}" destId="{7777A4FB-9F93-401C-8C4E-701180325958}" srcOrd="0" destOrd="0" presId="urn:microsoft.com/office/officeart/2018/2/layout/IconVerticalSolidList"/>
    <dgm:cxn modelId="{66F71722-3BAA-4ED2-8140-8BA6FCBDF919}" type="presParOf" srcId="{25873A05-4295-4645-A22E-665452FE37D7}" destId="{64CADA44-6982-4FE4-AE72-FAF4CE6F9B58}" srcOrd="1" destOrd="0" presId="urn:microsoft.com/office/officeart/2018/2/layout/IconVerticalSolidList"/>
    <dgm:cxn modelId="{1FE5841B-EDBF-4206-A102-3D257B06C431}" type="presParOf" srcId="{25873A05-4295-4645-A22E-665452FE37D7}" destId="{51A035BC-74F6-4D46-9B6F-445F771043CE}" srcOrd="2" destOrd="0" presId="urn:microsoft.com/office/officeart/2018/2/layout/IconVerticalSolidList"/>
    <dgm:cxn modelId="{127C4E4B-3C0C-4932-90C6-04030C67BBA0}" type="presParOf" srcId="{25873A05-4295-4645-A22E-665452FE37D7}" destId="{C3B67F3B-BE1A-44F4-A892-2917632C5A6D}" srcOrd="3" destOrd="0" presId="urn:microsoft.com/office/officeart/2018/2/layout/IconVerticalSolidList"/>
    <dgm:cxn modelId="{963663A2-CC33-4C33-8033-025F15B0DA06}" type="presParOf" srcId="{B5E8C7DD-1B5B-4F82-8212-10305D41A062}" destId="{065ACA3F-0D74-485B-B5A6-358CE4201350}" srcOrd="1" destOrd="0" presId="urn:microsoft.com/office/officeart/2018/2/layout/IconVerticalSolidList"/>
    <dgm:cxn modelId="{FFE84427-CB34-4DA7-BAC7-6A860D91F967}" type="presParOf" srcId="{B5E8C7DD-1B5B-4F82-8212-10305D41A062}" destId="{BCD99182-916F-43A6-9674-F0E06D74C235}" srcOrd="2" destOrd="0" presId="urn:microsoft.com/office/officeart/2018/2/layout/IconVerticalSolidList"/>
    <dgm:cxn modelId="{D0C94BB7-E3E3-4B3B-8905-9422B834EFBE}" type="presParOf" srcId="{BCD99182-916F-43A6-9674-F0E06D74C235}" destId="{D1DCC2A7-6317-4AA5-BC07-069C944FF639}" srcOrd="0" destOrd="0" presId="urn:microsoft.com/office/officeart/2018/2/layout/IconVerticalSolidList"/>
    <dgm:cxn modelId="{0CA93F43-1A6D-4016-B162-F5042CE12BC2}" type="presParOf" srcId="{BCD99182-916F-43A6-9674-F0E06D74C235}" destId="{52D1370B-69D1-404A-BC27-4A184D9AF246}" srcOrd="1" destOrd="0" presId="urn:microsoft.com/office/officeart/2018/2/layout/IconVerticalSolidList"/>
    <dgm:cxn modelId="{42ACC712-208E-4F5F-87B0-5D1E254003D1}" type="presParOf" srcId="{BCD99182-916F-43A6-9674-F0E06D74C235}" destId="{6F7E4020-B4BF-4B22-B917-C09C6903716F}" srcOrd="2" destOrd="0" presId="urn:microsoft.com/office/officeart/2018/2/layout/IconVerticalSolidList"/>
    <dgm:cxn modelId="{DC13D1D4-0B20-4F47-BBE4-F61F979E07AB}" type="presParOf" srcId="{BCD99182-916F-43A6-9674-F0E06D74C235}" destId="{E766749E-0B2B-4840-BDB5-8C3BFD86DECE}" srcOrd="3" destOrd="0" presId="urn:microsoft.com/office/officeart/2018/2/layout/IconVerticalSolidList"/>
    <dgm:cxn modelId="{906EE1B1-FB7E-4DAB-8280-B4C8C6EC8EA6}" type="presParOf" srcId="{B5E8C7DD-1B5B-4F82-8212-10305D41A062}" destId="{7D457A60-06D8-451E-B6DA-353699E989C2}" srcOrd="3" destOrd="0" presId="urn:microsoft.com/office/officeart/2018/2/layout/IconVerticalSolidList"/>
    <dgm:cxn modelId="{834CBE3C-DC56-4973-8236-8EFED5F9A9C9}" type="presParOf" srcId="{B5E8C7DD-1B5B-4F82-8212-10305D41A062}" destId="{E5F714B4-DDB1-46BD-A41E-F61D99BE9227}" srcOrd="4" destOrd="0" presId="urn:microsoft.com/office/officeart/2018/2/layout/IconVerticalSolidList"/>
    <dgm:cxn modelId="{D75A9B26-8AD6-4D61-8194-1902C95FA2AA}" type="presParOf" srcId="{E5F714B4-DDB1-46BD-A41E-F61D99BE9227}" destId="{C8022305-FFCE-4405-8151-1E132E43B8AC}" srcOrd="0" destOrd="0" presId="urn:microsoft.com/office/officeart/2018/2/layout/IconVerticalSolidList"/>
    <dgm:cxn modelId="{62D27013-1863-40A1-90B1-401D03326B3F}" type="presParOf" srcId="{E5F714B4-DDB1-46BD-A41E-F61D99BE9227}" destId="{FE985EFF-84C3-4612-BF5E-621706801036}" srcOrd="1" destOrd="0" presId="urn:microsoft.com/office/officeart/2018/2/layout/IconVerticalSolidList"/>
    <dgm:cxn modelId="{26ED06F7-860A-4D7F-BA1B-9D45EF854645}" type="presParOf" srcId="{E5F714B4-DDB1-46BD-A41E-F61D99BE9227}" destId="{55587BC0-508B-4120-B509-648EDE4D8DAE}" srcOrd="2" destOrd="0" presId="urn:microsoft.com/office/officeart/2018/2/layout/IconVerticalSolidList"/>
    <dgm:cxn modelId="{6351FE95-0603-4D07-A0A2-615D643FB679}" type="presParOf" srcId="{E5F714B4-DDB1-46BD-A41E-F61D99BE9227}" destId="{9F227884-982F-4E00-8157-FEC29B6F2039}" srcOrd="3" destOrd="0" presId="urn:microsoft.com/office/officeart/2018/2/layout/IconVerticalSolidList"/>
    <dgm:cxn modelId="{091DA2FF-D6E4-47C9-A484-A9CE82199064}" type="presParOf" srcId="{B5E8C7DD-1B5B-4F82-8212-10305D41A062}" destId="{519620CF-3543-4DE8-9845-7847433E84B2}" srcOrd="5" destOrd="0" presId="urn:microsoft.com/office/officeart/2018/2/layout/IconVerticalSolidList"/>
    <dgm:cxn modelId="{D20FD08B-AB3A-484E-9094-1B7263579E41}" type="presParOf" srcId="{B5E8C7DD-1B5B-4F82-8212-10305D41A062}" destId="{2CBD9035-FF43-4506-8364-662CD7F1F135}" srcOrd="6" destOrd="0" presId="urn:microsoft.com/office/officeart/2018/2/layout/IconVerticalSolidList"/>
    <dgm:cxn modelId="{710FDF28-756F-4E8C-8221-5D81AB6A0F81}" type="presParOf" srcId="{2CBD9035-FF43-4506-8364-662CD7F1F135}" destId="{97C81735-DAD7-48B4-9201-553C36BFCF86}" srcOrd="0" destOrd="0" presId="urn:microsoft.com/office/officeart/2018/2/layout/IconVerticalSolidList"/>
    <dgm:cxn modelId="{D85B2F87-870F-41A9-A69E-9E6E3A343076}" type="presParOf" srcId="{2CBD9035-FF43-4506-8364-662CD7F1F135}" destId="{B4EC5694-244A-44F1-B650-D59005250170}" srcOrd="1" destOrd="0" presId="urn:microsoft.com/office/officeart/2018/2/layout/IconVerticalSolidList"/>
    <dgm:cxn modelId="{492FB20A-08DE-44CF-A712-82C6440CA713}" type="presParOf" srcId="{2CBD9035-FF43-4506-8364-662CD7F1F135}" destId="{3E2A7BD8-CADD-4CCE-81DB-CC7FFB1BEAD5}" srcOrd="2" destOrd="0" presId="urn:microsoft.com/office/officeart/2018/2/layout/IconVerticalSolidList"/>
    <dgm:cxn modelId="{AA5F1CAA-0A19-41D5-8226-85D79A2FF6FC}" type="presParOf" srcId="{2CBD9035-FF43-4506-8364-662CD7F1F135}" destId="{600DC01D-BCB4-429A-9447-D1029D00DCF0}" srcOrd="3" destOrd="0" presId="urn:microsoft.com/office/officeart/2018/2/layout/IconVerticalSolidList"/>
    <dgm:cxn modelId="{3E109008-277B-48B5-AF5E-75E8CECE86E6}" type="presParOf" srcId="{B5E8C7DD-1B5B-4F82-8212-10305D41A062}" destId="{F73345A4-E3BB-4F10-9A31-AA6ECD315B7F}" srcOrd="7" destOrd="0" presId="urn:microsoft.com/office/officeart/2018/2/layout/IconVerticalSolidList"/>
    <dgm:cxn modelId="{F843734F-971C-4D2E-B3A1-FC8143BD561F}" type="presParOf" srcId="{B5E8C7DD-1B5B-4F82-8212-10305D41A062}" destId="{276C220E-9B0C-4D60-9658-CB0F842AB0D8}" srcOrd="8" destOrd="0" presId="urn:microsoft.com/office/officeart/2018/2/layout/IconVerticalSolidList"/>
    <dgm:cxn modelId="{B8A98D0B-85A7-4659-B461-519F647A6D41}" type="presParOf" srcId="{276C220E-9B0C-4D60-9658-CB0F842AB0D8}" destId="{D0F1D8E5-DFC4-4BB8-863F-FD28D6D6E34A}" srcOrd="0" destOrd="0" presId="urn:microsoft.com/office/officeart/2018/2/layout/IconVerticalSolidList"/>
    <dgm:cxn modelId="{0674F912-9E87-45D7-BA78-E4A4A23085A1}" type="presParOf" srcId="{276C220E-9B0C-4D60-9658-CB0F842AB0D8}" destId="{B53E49CC-7D2C-43FE-B983-9A2C5F7A96C3}" srcOrd="1" destOrd="0" presId="urn:microsoft.com/office/officeart/2018/2/layout/IconVerticalSolidList"/>
    <dgm:cxn modelId="{02D35BAD-463E-460F-BCA4-648E73E5A5F7}" type="presParOf" srcId="{276C220E-9B0C-4D60-9658-CB0F842AB0D8}" destId="{39DA6B2B-11D2-46F2-BE29-D0E4E2BF209A}" srcOrd="2" destOrd="0" presId="urn:microsoft.com/office/officeart/2018/2/layout/IconVerticalSolidList"/>
    <dgm:cxn modelId="{C49678A2-7F8F-4872-8164-9C45C26F7BFC}" type="presParOf" srcId="{276C220E-9B0C-4D60-9658-CB0F842AB0D8}" destId="{8FE1899B-5946-4365-AB04-EEDC81C23F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3D384-CE0E-4D58-B663-1B9347D0A96C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32D55-BDCC-47C4-B917-A18CEEC788C1}">
      <dsp:nvSpPr>
        <dsp:cNvPr id="0" name=""/>
        <dsp:cNvSpPr/>
      </dsp:nvSpPr>
      <dsp:spPr>
        <a:xfrm>
          <a:off x="0" y="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Immunization</a:t>
          </a:r>
          <a:r>
            <a:rPr lang="en-US" sz="4100" kern="1200"/>
            <a:t> is the process of preparing the body to fight specific diseases through the induction of immunity.</a:t>
          </a:r>
        </a:p>
      </dsp:txBody>
      <dsp:txXfrm>
        <a:off x="0" y="0"/>
        <a:ext cx="6900512" cy="2768070"/>
      </dsp:txXfrm>
    </dsp:sp>
    <dsp:sp modelId="{B8EB3ACD-C803-4471-9B7F-C03593AF9CBD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CFFDC-793E-460F-BD72-C3C49F9B21FD}">
      <dsp:nvSpPr>
        <dsp:cNvPr id="0" name=""/>
        <dsp:cNvSpPr/>
      </dsp:nvSpPr>
      <dsp:spPr>
        <a:xfrm>
          <a:off x="0" y="276807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There are </a:t>
          </a:r>
          <a:r>
            <a:rPr lang="en-US" sz="4100" b="1" kern="1200"/>
            <a:t>two types of immunization</a:t>
          </a:r>
          <a:r>
            <a:rPr lang="en-US" sz="4100" kern="1200"/>
            <a:t>:</a:t>
          </a:r>
        </a:p>
      </dsp:txBody>
      <dsp:txXfrm>
        <a:off x="0" y="2768070"/>
        <a:ext cx="6900512" cy="27680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BE768-C77E-4730-A389-1FF9F368E955}">
      <dsp:nvSpPr>
        <dsp:cNvPr id="0" name=""/>
        <dsp:cNvSpPr/>
      </dsp:nvSpPr>
      <dsp:spPr>
        <a:xfrm>
          <a:off x="7612" y="15573"/>
          <a:ext cx="5196240" cy="15588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618" tIns="410618" rIns="410618" bIns="41061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Passive Immunization</a:t>
          </a:r>
          <a:r>
            <a:rPr lang="en-US" sz="2500" kern="1200"/>
            <a:t> (Natural and Artificial)</a:t>
          </a:r>
        </a:p>
      </dsp:txBody>
      <dsp:txXfrm>
        <a:off x="7612" y="15573"/>
        <a:ext cx="5196240" cy="1558872"/>
      </dsp:txXfrm>
    </dsp:sp>
    <dsp:sp modelId="{E77C623A-F089-4EF0-90B5-EBC27C55E5CF}">
      <dsp:nvSpPr>
        <dsp:cNvPr id="0" name=""/>
        <dsp:cNvSpPr/>
      </dsp:nvSpPr>
      <dsp:spPr>
        <a:xfrm>
          <a:off x="7612" y="1574445"/>
          <a:ext cx="5196240" cy="27613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273" tIns="513273" rIns="513273" bIns="513273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Natural: Transfer of antibodies from mother to child through the placenta.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Artificial: Administration of immunoglobulins containing antibodies, often for emergency or contact cases.</a:t>
          </a:r>
        </a:p>
      </dsp:txBody>
      <dsp:txXfrm>
        <a:off x="7612" y="1574445"/>
        <a:ext cx="5196240" cy="2761318"/>
      </dsp:txXfrm>
    </dsp:sp>
    <dsp:sp modelId="{9F2C60F8-0594-4DB3-A23E-77FB3A280875}">
      <dsp:nvSpPr>
        <dsp:cNvPr id="0" name=""/>
        <dsp:cNvSpPr/>
      </dsp:nvSpPr>
      <dsp:spPr>
        <a:xfrm>
          <a:off x="5311747" y="15573"/>
          <a:ext cx="5196240" cy="15588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618" tIns="410618" rIns="410618" bIns="41061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Active Immunization</a:t>
          </a:r>
          <a:r>
            <a:rPr lang="en-US" sz="2500" kern="1200"/>
            <a:t> (Natural and Acquired)</a:t>
          </a:r>
        </a:p>
      </dsp:txBody>
      <dsp:txXfrm>
        <a:off x="5311747" y="15573"/>
        <a:ext cx="5196240" cy="1558872"/>
      </dsp:txXfrm>
    </dsp:sp>
    <dsp:sp modelId="{5A61D0C7-5F70-475D-84C5-D979A59A3B92}">
      <dsp:nvSpPr>
        <dsp:cNvPr id="0" name=""/>
        <dsp:cNvSpPr/>
      </dsp:nvSpPr>
      <dsp:spPr>
        <a:xfrm>
          <a:off x="5311747" y="1574445"/>
          <a:ext cx="5196240" cy="27613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273" tIns="513273" rIns="513273" bIns="513273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Natural: Acquiring immunity through infections.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Acquired: Induced through vaccines.</a:t>
          </a:r>
        </a:p>
      </dsp:txBody>
      <dsp:txXfrm>
        <a:off x="5311747" y="1574445"/>
        <a:ext cx="5196240" cy="27613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B956D-5B47-4F81-8B78-9226DBBA577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164C9-C50C-47C6-97F5-F21BF31DC522}">
      <dsp:nvSpPr>
        <dsp:cNvPr id="0" name=""/>
        <dsp:cNvSpPr/>
      </dsp:nvSpPr>
      <dsp:spPr>
        <a:xfrm>
          <a:off x="0" y="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At birth</a:t>
          </a:r>
          <a:r>
            <a:rPr lang="en-US" sz="2500" kern="1200"/>
            <a:t>: Hepatitis B (HVB1), BCG (Tuberculosis), OPV (Oral Polio Vaccine).</a:t>
          </a:r>
        </a:p>
      </dsp:txBody>
      <dsp:txXfrm>
        <a:off x="0" y="0"/>
        <a:ext cx="10515600" cy="543917"/>
      </dsp:txXfrm>
    </dsp:sp>
    <dsp:sp modelId="{4BF7919B-D821-4957-890C-2954BD17255D}">
      <dsp:nvSpPr>
        <dsp:cNvPr id="0" name=""/>
        <dsp:cNvSpPr/>
      </dsp:nvSpPr>
      <dsp:spPr>
        <a:xfrm>
          <a:off x="0" y="54391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29570-81B0-4CE3-A3BB-14D4AEE95A7B}">
      <dsp:nvSpPr>
        <dsp:cNvPr id="0" name=""/>
        <dsp:cNvSpPr/>
      </dsp:nvSpPr>
      <dsp:spPr>
        <a:xfrm>
          <a:off x="0" y="543917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2 months</a:t>
          </a:r>
          <a:r>
            <a:rPr lang="en-US" sz="2500" kern="1200"/>
            <a:t>: Hexa (DTaP, Hib, HBV, IPV), OPV, Rota, PCV.</a:t>
          </a:r>
        </a:p>
      </dsp:txBody>
      <dsp:txXfrm>
        <a:off x="0" y="543917"/>
        <a:ext cx="10515600" cy="543917"/>
      </dsp:txXfrm>
    </dsp:sp>
    <dsp:sp modelId="{F5A46FB8-C83B-454C-B1AC-455A0E279E25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CFAA0-6982-4BA7-BC91-7139D15CDBFE}">
      <dsp:nvSpPr>
        <dsp:cNvPr id="0" name=""/>
        <dsp:cNvSpPr/>
      </dsp:nvSpPr>
      <dsp:spPr>
        <a:xfrm>
          <a:off x="0" y="1087834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4 months</a:t>
          </a:r>
          <a:r>
            <a:rPr lang="en-US" sz="2500" kern="1200"/>
            <a:t>: Hexa (DTaP, Hib, HBV, IPV), OPV, Rota, PCV.</a:t>
          </a:r>
        </a:p>
      </dsp:txBody>
      <dsp:txXfrm>
        <a:off x="0" y="1087834"/>
        <a:ext cx="10515600" cy="543917"/>
      </dsp:txXfrm>
    </dsp:sp>
    <dsp:sp modelId="{9061E923-D18D-4145-9B84-3C62BA729FD6}">
      <dsp:nvSpPr>
        <dsp:cNvPr id="0" name=""/>
        <dsp:cNvSpPr/>
      </dsp:nvSpPr>
      <dsp:spPr>
        <a:xfrm>
          <a:off x="0" y="1631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BD667-338D-422D-86F8-248730CD77EA}">
      <dsp:nvSpPr>
        <dsp:cNvPr id="0" name=""/>
        <dsp:cNvSpPr/>
      </dsp:nvSpPr>
      <dsp:spPr>
        <a:xfrm>
          <a:off x="0" y="1631751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6 months</a:t>
          </a:r>
          <a:r>
            <a:rPr lang="en-US" sz="2500" kern="1200"/>
            <a:t>: Hexa (DTaP, Hib, HBV, IPV), OPV, PCV.</a:t>
          </a:r>
        </a:p>
      </dsp:txBody>
      <dsp:txXfrm>
        <a:off x="0" y="1631751"/>
        <a:ext cx="10515600" cy="543917"/>
      </dsp:txXfrm>
    </dsp:sp>
    <dsp:sp modelId="{1902A401-A74C-455E-A19B-C88D066A14D1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F06D3-7966-4EF1-BEEB-1E2C10542976}">
      <dsp:nvSpPr>
        <dsp:cNvPr id="0" name=""/>
        <dsp:cNvSpPr/>
      </dsp:nvSpPr>
      <dsp:spPr>
        <a:xfrm>
          <a:off x="0" y="2175669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9 months</a:t>
          </a:r>
          <a:r>
            <a:rPr lang="en-US" sz="2500" kern="1200"/>
            <a:t>: Measles, Vitamin A.</a:t>
          </a:r>
        </a:p>
      </dsp:txBody>
      <dsp:txXfrm>
        <a:off x="0" y="2175669"/>
        <a:ext cx="10515600" cy="543917"/>
      </dsp:txXfrm>
    </dsp:sp>
    <dsp:sp modelId="{3CB75921-1D87-42CB-B1C2-197DF801B0EF}">
      <dsp:nvSpPr>
        <dsp:cNvPr id="0" name=""/>
        <dsp:cNvSpPr/>
      </dsp:nvSpPr>
      <dsp:spPr>
        <a:xfrm>
          <a:off x="0" y="2719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3D78A-CC33-4593-9569-65BBD1194885}">
      <dsp:nvSpPr>
        <dsp:cNvPr id="0" name=""/>
        <dsp:cNvSpPr/>
      </dsp:nvSpPr>
      <dsp:spPr>
        <a:xfrm>
          <a:off x="0" y="2719586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15 months</a:t>
          </a:r>
          <a:r>
            <a:rPr lang="en-US" sz="2500" kern="1200"/>
            <a:t>: MMR (Measles, Mumps, Rubella).</a:t>
          </a:r>
        </a:p>
      </dsp:txBody>
      <dsp:txXfrm>
        <a:off x="0" y="2719586"/>
        <a:ext cx="10515600" cy="543917"/>
      </dsp:txXfrm>
    </dsp:sp>
    <dsp:sp modelId="{2AEBDDF6-1E36-4171-8D93-8A30DED550A1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EB9F1-834A-41CB-84D7-FC2F7D78B537}">
      <dsp:nvSpPr>
        <dsp:cNvPr id="0" name=""/>
        <dsp:cNvSpPr/>
      </dsp:nvSpPr>
      <dsp:spPr>
        <a:xfrm>
          <a:off x="0" y="3263503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18-24 months</a:t>
          </a:r>
          <a:r>
            <a:rPr lang="en-US" sz="2500" kern="1200"/>
            <a:t>: First booster (Polio, Penta, Vitamin A).</a:t>
          </a:r>
        </a:p>
      </dsp:txBody>
      <dsp:txXfrm>
        <a:off x="0" y="3263503"/>
        <a:ext cx="10515600" cy="543917"/>
      </dsp:txXfrm>
    </dsp:sp>
    <dsp:sp modelId="{BAD15272-E3D3-48C4-A736-5D9807A7B136}">
      <dsp:nvSpPr>
        <dsp:cNvPr id="0" name=""/>
        <dsp:cNvSpPr/>
      </dsp:nvSpPr>
      <dsp:spPr>
        <a:xfrm>
          <a:off x="0" y="380742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72554-0D36-4839-B250-DDEC4B6A1E22}">
      <dsp:nvSpPr>
        <dsp:cNvPr id="0" name=""/>
        <dsp:cNvSpPr/>
      </dsp:nvSpPr>
      <dsp:spPr>
        <a:xfrm>
          <a:off x="0" y="380742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4-6 years</a:t>
          </a:r>
          <a:r>
            <a:rPr lang="en-US" sz="2500" kern="1200"/>
            <a:t>: Second booster (Polio, Tetra, MMR).</a:t>
          </a:r>
        </a:p>
      </dsp:txBody>
      <dsp:txXfrm>
        <a:off x="0" y="3807420"/>
        <a:ext cx="10515600" cy="5439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62717E-6B99-42EF-A376-45AFF92B536B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9E447-666A-4058-A428-45380D694B4B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IQ" sz="2000" b="1" i="0" kern="1200" baseline="0"/>
            <a:t>Hexa</a:t>
          </a:r>
          <a:r>
            <a:rPr lang="ar-IQ" sz="2000" b="0" i="0" kern="1200" baseline="0"/>
            <a:t>: DTaP, Hib, HBV, IPV</a:t>
          </a:r>
          <a:endParaRPr lang="en-US" sz="2000" kern="1200"/>
        </a:p>
      </dsp:txBody>
      <dsp:txXfrm>
        <a:off x="0" y="2124"/>
        <a:ext cx="10515600" cy="724514"/>
      </dsp:txXfrm>
    </dsp:sp>
    <dsp:sp modelId="{3BD67E49-C5AA-469C-ACE9-2AF4E0BF90C8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4C123-9AF6-4F08-910D-599ACC483413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IQ" sz="2000" b="1" i="0" kern="1200" baseline="0"/>
            <a:t>Penta</a:t>
          </a:r>
          <a:r>
            <a:rPr lang="ar-IQ" sz="2000" b="0" i="0" kern="1200" baseline="0"/>
            <a:t>: DTaP, Hib, IPV</a:t>
          </a:r>
          <a:endParaRPr lang="en-US" sz="2000" kern="1200"/>
        </a:p>
      </dsp:txBody>
      <dsp:txXfrm>
        <a:off x="0" y="726639"/>
        <a:ext cx="10515600" cy="724514"/>
      </dsp:txXfrm>
    </dsp:sp>
    <dsp:sp modelId="{7667D878-A55A-4E9F-92AC-82CC1CC612EA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95F96-A3DF-4629-BD2D-C42C8DD9CC56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IQ" sz="2000" b="1" i="0" kern="1200" baseline="0"/>
            <a:t>Tetra</a:t>
          </a:r>
          <a:r>
            <a:rPr lang="ar-IQ" sz="2000" b="0" i="0" kern="1200" baseline="0"/>
            <a:t>: DTaP, IPV</a:t>
          </a:r>
          <a:endParaRPr lang="en-US" sz="2000" kern="1200"/>
        </a:p>
      </dsp:txBody>
      <dsp:txXfrm>
        <a:off x="0" y="1451154"/>
        <a:ext cx="10515600" cy="724514"/>
      </dsp:txXfrm>
    </dsp:sp>
    <dsp:sp modelId="{6330FFA0-EDB3-4FA9-95E6-F69385C949E5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567779-BF5E-42B3-A3FC-B00D5030FDC8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IQ" sz="2000" b="1" i="0" kern="1200" baseline="0"/>
            <a:t>Rota</a:t>
          </a:r>
          <a:r>
            <a:rPr lang="ar-IQ" sz="2000" b="0" i="0" kern="1200" baseline="0"/>
            <a:t>: Rotavirus vaccine</a:t>
          </a:r>
          <a:endParaRPr lang="en-US" sz="2000" kern="1200"/>
        </a:p>
      </dsp:txBody>
      <dsp:txXfrm>
        <a:off x="0" y="2175669"/>
        <a:ext cx="10515600" cy="724514"/>
      </dsp:txXfrm>
    </dsp:sp>
    <dsp:sp modelId="{C4A82895-D969-4B1B-892E-BC04F015628C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D2AB7-84F7-4CB6-BB56-2C66B91785B1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IQ" sz="2000" b="1" i="0" kern="1200" baseline="0"/>
            <a:t>PCV</a:t>
          </a:r>
          <a:r>
            <a:rPr lang="ar-IQ" sz="2000" b="0" i="0" kern="1200" baseline="0"/>
            <a:t>: Pneumococcal conjugate vaccine</a:t>
          </a:r>
          <a:endParaRPr lang="en-US" sz="2000" kern="1200"/>
        </a:p>
      </dsp:txBody>
      <dsp:txXfrm>
        <a:off x="0" y="2900183"/>
        <a:ext cx="10515600" cy="724514"/>
      </dsp:txXfrm>
    </dsp:sp>
    <dsp:sp modelId="{948A3C75-79A8-474F-A866-97700DCE553E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B3FE9-E457-48A2-9EF9-BCE2145DD19B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IQ" sz="2000" b="1" i="0" kern="1200" baseline="0"/>
            <a:t>BCG</a:t>
          </a:r>
          <a:r>
            <a:rPr lang="ar-IQ" sz="2000" b="0" i="0" kern="1200" baseline="0"/>
            <a:t>: Bacille Calmette-Guerin (Tuberculosis)</a:t>
          </a:r>
          <a:br>
            <a:rPr lang="ar-IQ" sz="2000" b="0" i="0" kern="1200" baseline="0"/>
          </a:br>
          <a:endParaRPr lang="en-US" sz="2000" kern="1200"/>
        </a:p>
      </dsp:txBody>
      <dsp:txXfrm>
        <a:off x="0" y="3624698"/>
        <a:ext cx="10515600" cy="724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77A4FB-9F93-401C-8C4E-701180325958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ADA44-6982-4FE4-AE72-FAF4CE6F9B58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67F3B-BE1A-44F4-A892-2917632C5A6D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Route</a:t>
          </a:r>
          <a:r>
            <a:rPr lang="en-US" sz="1900" b="0" i="0" kern="1200"/>
            <a:t>: Intradermal</a:t>
          </a:r>
          <a:endParaRPr lang="en-US" sz="1900" kern="1200"/>
        </a:p>
      </dsp:txBody>
      <dsp:txXfrm>
        <a:off x="1074268" y="4366"/>
        <a:ext cx="5170996" cy="930102"/>
      </dsp:txXfrm>
    </dsp:sp>
    <dsp:sp modelId="{D1DCC2A7-6317-4AA5-BC07-069C944FF639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D1370B-69D1-404A-BC27-4A184D9AF246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6749E-0B2B-4840-BDB5-8C3BFD86DECE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Dose</a:t>
          </a:r>
          <a:r>
            <a:rPr lang="en-US" sz="1900" b="0" i="0" kern="1200"/>
            <a:t>: 0.05ml</a:t>
          </a:r>
          <a:endParaRPr lang="en-US" sz="1900" kern="1200"/>
        </a:p>
      </dsp:txBody>
      <dsp:txXfrm>
        <a:off x="1074268" y="1166994"/>
        <a:ext cx="5170996" cy="930102"/>
      </dsp:txXfrm>
    </dsp:sp>
    <dsp:sp modelId="{C8022305-FFCE-4405-8151-1E132E43B8AC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85EFF-84C3-4612-BF5E-621706801036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27884-982F-4E00-8157-FEC29B6F2039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Side Effects</a:t>
          </a:r>
          <a:r>
            <a:rPr lang="en-US" sz="1900" b="0" i="0" kern="1200"/>
            <a:t>: Regional lymphadenitis, abscess, osteomyelitis.</a:t>
          </a:r>
          <a:endParaRPr lang="en-US" sz="1900" kern="1200"/>
        </a:p>
      </dsp:txBody>
      <dsp:txXfrm>
        <a:off x="1074268" y="2329622"/>
        <a:ext cx="5170996" cy="930102"/>
      </dsp:txXfrm>
    </dsp:sp>
    <dsp:sp modelId="{97C81735-DAD7-48B4-9201-553C36BFCF86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EC5694-244A-44F1-B650-D59005250170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DC01D-BCB4-429A-9447-D1029D00DCF0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Efficacy</a:t>
          </a:r>
          <a:r>
            <a:rPr lang="en-US" sz="1900" b="0" i="0" kern="1200"/>
            <a:t>: 50% for pulmonary TB, 50-80% for disseminated TB.</a:t>
          </a:r>
          <a:endParaRPr lang="en-US" sz="1900" kern="1200"/>
        </a:p>
      </dsp:txBody>
      <dsp:txXfrm>
        <a:off x="1074268" y="3492250"/>
        <a:ext cx="5170996" cy="930102"/>
      </dsp:txXfrm>
    </dsp:sp>
    <dsp:sp modelId="{D0F1D8E5-DFC4-4BB8-863F-FD28D6D6E34A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E49CC-7D2C-43FE-B983-9A2C5F7A96C3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E1899B-5946-4365-AB04-EEDC81C23FEB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Contraindications</a:t>
          </a:r>
          <a:r>
            <a:rPr lang="en-US" sz="1900" b="0" i="0" kern="1200"/>
            <a:t>: Subcutaneous administration leads to abscess formation.</a:t>
          </a:r>
          <a:endParaRPr lang="en-US" sz="1900" kern="1200"/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45B124B-CFE1-69E1-4F98-8523947E4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FFCF9915-4CDC-7B60-FD4D-BC404ABF8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0BA89AB-E63B-67E4-3480-CA6D96D7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C6168E3-EF36-71FD-145F-ED087F2C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2DC9DDB-558D-44C5-F04B-4C1C2D6E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67657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006D172-8263-9ED2-8D86-E8867941B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1B3D363-F62D-52AA-5EBF-FA44D6663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542FE56-FB16-3F4E-CB05-BFDEAB96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724713B-0956-318E-2CD6-32797A4F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CC6615B-E596-59F3-5B2B-BD91F08B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731320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E90D7F8-33E2-650E-31C2-5E2DA843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9248832-F9BA-B0E6-1773-E1ADABD13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B7AA3BD-7358-1917-E9EB-D36718865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1BFBF15-1BD1-C1D8-13F6-A0560811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4C74C16-E492-0BC8-DEC9-B9343E44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523023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A6DDD23-38B5-57DF-81C6-B40E072A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F203AB4-7692-CAF8-D895-B771E9549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24E4E6C-95ED-2984-3205-AA5932A09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0699B854-A787-296C-DE39-1FCA68A1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EC47523-65FD-5DA2-B12D-A089CACA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C379D66-9401-E7D4-FDF3-8689A5F3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12532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85A7F3D-5457-7F03-0727-BC67D89D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9C25E6A-D1D0-93EF-302E-57A10ED7F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BEE4D379-4DB9-67BE-289D-71961ED18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D89B309A-312F-DC2E-E7D7-497E0817B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7F5B1183-477B-BC8E-7F9B-4441C3810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B09C568C-8346-019A-6683-1C3D7D66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5DEAF4A1-92CB-2EA7-F8AE-A6B675F7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F80AE5DF-8524-B6BB-5D22-204F0884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120911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E4AC2B1-D0DC-08DC-CE64-AE73AC4E6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7C7CD71-5783-4225-7522-448BE650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EA625ED8-79C8-D319-E547-2BA45B5F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7EE35343-7A31-924B-CF9A-5E0E2A07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16013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1C668968-B6EE-C6D8-1139-CE9C7A600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27A8C40-611F-A684-6780-3008413FC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C24A22F-89F3-023D-2E6E-9522061E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25520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542F909-AC3E-BDDB-28DD-B8C855C9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58D332-EF87-B67E-E2F4-6E87D2AC9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DC4A891-E8AD-0B91-D4D5-84C8C8FC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1C5F3CE-4E44-312A-1865-CF8BABDE3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11C40FD-87A0-ED8B-48AC-68C457EAD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7AAA597-72DA-5DF1-F905-12226EDA3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54366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5466E49-443F-AB18-7DCF-5964F56F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0DEE0DA1-7D17-B02C-0B69-3A8EDDEF8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IQ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542E695-CE45-6BBD-4EC5-EB3831EA9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5664D92-4661-AD56-E608-111560B1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A8E330F-AE43-E409-118B-8F3F6A00F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68F49A6-8CA0-8549-7D47-2516A456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485650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B284B77-6A4F-1EE8-B4DB-9B71E036A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C5F7216-46A6-BCCD-F439-DD35FF5ED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AAEA7B0-68C7-0FA7-5D52-9DCE966A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0662569-1B5C-B578-7AE1-2B417A9F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4DF7352-EF38-9323-9276-5F908DCE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62787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70AEF1CB-C8E7-54BB-A505-7120FB25B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2078E36-631B-838D-7693-BDB0A00DE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148431F-2898-7390-6B19-95BF9F916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25F33F6-D678-A79E-BA64-80FFDE7AC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6D45919-192A-49E8-7482-89FE44FD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397257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21AD47DB-4264-C12B-622D-968329539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IQ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A14B175-F2BD-2114-0E84-4691EA571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DAD48C6-86AF-7EA4-52B9-E2135A2AD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E02AB-3C8D-43E6-94E3-1A11A79115C7}" type="datetimeFigureOut">
              <a:rPr lang="ar-IQ" smtClean="0"/>
              <a:t>17/05/1446</a:t>
            </a:fld>
            <a:endParaRPr lang="ar-IQ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D50626E-86B2-828B-F759-63E014675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IQ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6AD1E17-B2B6-E5B1-2631-9CB4C021C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4F574-4BAE-4C0E-9531-9AFF80262D3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292136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IQ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D12CB61E-96B5-8972-EC1E-484FB5402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 rtl="0"/>
            <a:r>
              <a:rPr lang="en-US" sz="8000">
                <a:cs typeface="+mn-cs"/>
              </a:rPr>
              <a:t>Immunization Overview</a:t>
            </a:r>
            <a:endParaRPr lang="ar-IQ" sz="8000">
              <a:cs typeface="+mn-cs"/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29AFEFE9-2EB6-5E37-23FD-AFD6945F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 sz="2000"/>
              <a:t>Dr. Moustafa Al-Shammari Ph.D.</a:t>
            </a:r>
          </a:p>
          <a:p>
            <a:pPr algn="r"/>
            <a:r>
              <a:rPr lang="en-US" sz="2000"/>
              <a:t>Pediatric Nursing </a:t>
            </a:r>
            <a:endParaRPr lang="ar-IQ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009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88FA7B65-81CE-76C0-B729-64FA66DD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 rtl="0"/>
            <a:r>
              <a:rPr lang="en-US" sz="4600">
                <a:cs typeface="+mn-cs"/>
              </a:rPr>
              <a:t>Immunization Overview</a:t>
            </a:r>
            <a:endParaRPr lang="ar-IQ" sz="4600">
              <a:cs typeface="+mn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عنصر نائب للمحتوى 2">
            <a:extLst>
              <a:ext uri="{FF2B5EF4-FFF2-40B4-BE49-F238E27FC236}">
                <a16:creationId xmlns:a16="http://schemas.microsoft.com/office/drawing/2014/main" id="{3690F8C3-99F1-9530-BF7E-599CADA8A4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74004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012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3C03E63-791A-1C8A-5650-54F80F15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 rtl="0"/>
            <a:endParaRPr lang="ar-IQ" sz="3200" dirty="0">
              <a:cs typeface="+mn-cs"/>
            </a:endParaRPr>
          </a:p>
        </p:txBody>
      </p:sp>
      <p:graphicFrame>
        <p:nvGraphicFramePr>
          <p:cNvPr id="5" name="عنصر نائب للمحتوى 2">
            <a:extLst>
              <a:ext uri="{FF2B5EF4-FFF2-40B4-BE49-F238E27FC236}">
                <a16:creationId xmlns:a16="http://schemas.microsoft.com/office/drawing/2014/main" id="{78BFF58A-BAA6-6467-64C7-6B107542C4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114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47395301-10A6-79E0-3573-6B59934F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l" rtl="0"/>
            <a:r>
              <a:rPr lang="en-US" sz="5400" dirty="0">
                <a:cs typeface="+mn-cs"/>
              </a:rPr>
              <a:t>Vaccines</a:t>
            </a:r>
            <a:endParaRPr lang="ar-IQ" sz="5400" dirty="0"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4421E8B-9A53-6BE8-A9A0-5D3CA9E32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342900" marR="0" lvl="0" indent="-342900" algn="l" rtl="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0" dirty="0"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Vaccine</a:t>
            </a:r>
            <a:r>
              <a:rPr lang="en-US" sz="2200" kern="0" dirty="0"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: A suspension of live or killed microorganisms or their antigenic portions, used to induce immunity to specific diseases.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342900" marR="0" lvl="0" indent="-342900" algn="l" rtl="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0" dirty="0"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Toxoid</a:t>
            </a:r>
            <a:r>
              <a:rPr lang="en-US" sz="2200" kern="0" dirty="0"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: A modified bacterial toxin used to induce immunity against toxins (e.g., tetanus, diphtheria).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rtl="0"/>
            <a:endParaRPr lang="ar-IQ" sz="22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54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5DC697A-1D22-8923-1724-C46E678E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 dirty="0">
                <a:cs typeface="+mn-cs"/>
              </a:rPr>
              <a:t>Types of Vaccines:</a:t>
            </a:r>
            <a:endParaRPr lang="ar-IQ" sz="4000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41092F1-7399-8F02-AF46-C20BBBB29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0" marR="0" algn="just" rtl="0"/>
            <a:endParaRPr lang="en-US" sz="3200">
              <a:effectLst/>
              <a:cs typeface="+mn-cs"/>
            </a:endParaRPr>
          </a:p>
          <a:p>
            <a:pPr marL="742950" marR="0" lvl="1" indent="-285750" algn="just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3200" b="1" kern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Live Attenuated</a:t>
            </a:r>
            <a:r>
              <a:rPr lang="en-US" sz="3200" kern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: Contains weakened live viruses (e.g., Sabin Polio, Measles, Mumps).</a:t>
            </a:r>
            <a:endParaRPr lang="en-US" sz="3200" kern="100">
              <a:solidFill>
                <a:srgbClr val="0D0D0D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just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3200" b="1" kern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Inactivated or Killed</a:t>
            </a:r>
            <a:r>
              <a:rPr lang="en-US" sz="3200" kern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: Contains dead viruses or bacteria (e.g., Salk Polio, Rabies).</a:t>
            </a:r>
            <a:endParaRPr lang="en-US" sz="3200" kern="100">
              <a:solidFill>
                <a:srgbClr val="0D0D0D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just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3200" b="1" kern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Cellular Fraction</a:t>
            </a:r>
            <a:r>
              <a:rPr lang="en-US" sz="3200" kern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: Contains fragments of bacteria (e.g., Pneumococcal, Meningococcal).</a:t>
            </a:r>
            <a:endParaRPr lang="en-US" sz="3200" kern="100">
              <a:solidFill>
                <a:srgbClr val="0D0D0D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algn="just" rtl="0"/>
            <a:endParaRPr lang="ar-IQ" sz="32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51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1C54-C987-01BB-96DA-BFE80DEB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1B9070A-C2FB-FE66-A958-7B613195E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 dirty="0">
                <a:cs typeface="+mn-cs"/>
              </a:rPr>
              <a:t>Types of Vaccines:</a:t>
            </a:r>
            <a:endParaRPr lang="ar-IQ" sz="4000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5169974-A8F9-B79F-50CD-FCB01B46F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85800" marR="0" algn="just" rtl="0"/>
            <a:endParaRPr lang="en-US" sz="3200" dirty="0">
              <a:effectLst/>
              <a:cs typeface="+mn-cs"/>
            </a:endParaRPr>
          </a:p>
          <a:p>
            <a:pPr marL="742950" marR="0" lvl="1" indent="-285750" algn="just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3200" b="1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Recombinant</a:t>
            </a:r>
            <a:r>
              <a:rPr lang="en-US" sz="3200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: Contain a genetically engineered version of the virus (e.g., Hepatitis B).</a:t>
            </a:r>
            <a:endParaRPr lang="en-US" sz="3200" kern="100" dirty="0">
              <a:solidFill>
                <a:srgbClr val="0D0D0D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just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3200" b="1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Toxoids</a:t>
            </a:r>
            <a:r>
              <a:rPr lang="en-US" sz="3200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: Modified toxins (e.g., Tetanus, Diphtheria).</a:t>
            </a:r>
            <a:endParaRPr lang="en-US" sz="3200" kern="100" dirty="0">
              <a:solidFill>
                <a:srgbClr val="0D0D0D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just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3200" b="1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Immunoglobulin</a:t>
            </a:r>
            <a:r>
              <a:rPr lang="en-US" sz="3200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: Contains antibodies (e.g., </a:t>
            </a:r>
            <a:r>
              <a:rPr lang="en-US" sz="3200" kern="0" dirty="0" err="1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Hepatoglobulin</a:t>
            </a:r>
            <a:r>
              <a:rPr lang="en-US" sz="3200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).</a:t>
            </a:r>
            <a:endParaRPr lang="en-US" sz="3200" kern="100" dirty="0">
              <a:solidFill>
                <a:srgbClr val="0D0D0D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marL="742950" marR="0" lvl="1" indent="-285750" algn="just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3200" b="1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Antitoxins</a:t>
            </a:r>
            <a:r>
              <a:rPr lang="en-US" sz="3200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: Contains antibodies to neutralize toxins (e.g., </a:t>
            </a:r>
            <a:r>
              <a:rPr lang="en-US" sz="3200" kern="0" dirty="0" err="1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Tetaglobulin</a:t>
            </a:r>
            <a:r>
              <a:rPr lang="en-US" sz="3200" kern="0" dirty="0">
                <a:solidFill>
                  <a:srgbClr val="0D0D0D"/>
                </a:solidFill>
                <a:effectLst/>
                <a:latin typeface="Segoe UI Variable Text" pitchFamily="2" charset="0"/>
                <a:ea typeface="Times New Roman" panose="02020603050405020304" pitchFamily="18" charset="0"/>
                <a:cs typeface="+mn-cs"/>
              </a:rPr>
              <a:t>).</a:t>
            </a:r>
            <a:endParaRPr lang="en-US" sz="3200" kern="100" dirty="0">
              <a:solidFill>
                <a:srgbClr val="0D0D0D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+mn-cs"/>
            </a:endParaRPr>
          </a:p>
          <a:p>
            <a:pPr algn="just" rtl="0"/>
            <a:endParaRPr lang="ar-IQ" sz="32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79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B132D27-5BDE-30E1-4498-965F9A898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 dirty="0">
                <a:cs typeface="+mn-cs"/>
              </a:rPr>
              <a:t>The Iraqi Immunization Schedule (2018)</a:t>
            </a:r>
            <a:endParaRPr lang="ar-IQ" sz="4000" dirty="0">
              <a:cs typeface="+mn-cs"/>
            </a:endParaRPr>
          </a:p>
        </p:txBody>
      </p:sp>
      <p:graphicFrame>
        <p:nvGraphicFramePr>
          <p:cNvPr id="5" name="عنصر نائب للمحتوى 2">
            <a:extLst>
              <a:ext uri="{FF2B5EF4-FFF2-40B4-BE49-F238E27FC236}">
                <a16:creationId xmlns:a16="http://schemas.microsoft.com/office/drawing/2014/main" id="{DBADDB48-21A7-32AE-C76A-82C29BA51A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88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1414C20-8DD1-E824-5EE1-0A0EBB42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 dirty="0">
                <a:cs typeface="+mn-cs"/>
              </a:rPr>
              <a:t>Abbreviations in Immunization</a:t>
            </a:r>
            <a:endParaRPr lang="ar-IQ" sz="4000" dirty="0">
              <a:cs typeface="+mn-cs"/>
            </a:endParaRP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E62CF9E5-0200-955E-B38F-6337FC832B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5848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610B04A5-BF50-454D-2FE5-5C218545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rtl="0"/>
            <a:r>
              <a:rPr lang="en-US" sz="8000">
                <a:cs typeface="+mn-cs"/>
              </a:rPr>
              <a:t>BCG Vaccine</a:t>
            </a:r>
            <a:endParaRPr lang="ar-IQ" sz="8000"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عنصر نائب للمحتوى 2">
            <a:extLst>
              <a:ext uri="{FF2B5EF4-FFF2-40B4-BE49-F238E27FC236}">
                <a16:creationId xmlns:a16="http://schemas.microsoft.com/office/drawing/2014/main" id="{8F6A3A13-38FB-1F30-1A31-5A84A17B9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69990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6288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58ED8-94C3-E84C-7B06-11CB3889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5AE2A13-BAB0-5813-D2E0-5D3BFAED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>
                <a:cs typeface="+mn-cs"/>
              </a:rPr>
              <a:t>Polio Vaccines - Types</a:t>
            </a:r>
            <a:endParaRPr lang="ar-IQ" sz="4000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95915BB-5373-E06B-1E96-34E5A154B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Sabin (Oral) Vaccine</a:t>
            </a:r>
            <a:r>
              <a:rPr lang="en-US" sz="3200" b="0" i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Live attenuated virus.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Mass immunization.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Easier to administer.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Potential community-wide immunity.</a:t>
            </a:r>
          </a:p>
          <a:p>
            <a:pPr algn="just" rtl="0"/>
            <a:endParaRPr lang="ar-IQ" sz="32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218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426B-EE68-285B-9A67-D92FAE1D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641D7BA-8F7F-3077-0A21-543FC874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>
                <a:cs typeface="+mn-cs"/>
              </a:rPr>
              <a:t>Polio Vaccines - Types</a:t>
            </a:r>
            <a:endParaRPr lang="ar-IQ" sz="4000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3942190-0A37-E38A-0CD3-D7341986B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Salk (Inactivated) Vaccine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Injected.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Longer lifespan than Sabin.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Effective in preventing polio but less suited for mass vaccination.</a:t>
            </a:r>
          </a:p>
          <a:p>
            <a:pPr algn="just" rtl="0"/>
            <a:br>
              <a:rPr lang="en-US" sz="3200" dirty="0">
                <a:cs typeface="+mn-cs"/>
              </a:rPr>
            </a:br>
            <a:endParaRPr lang="ar-IQ" sz="32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310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92302-2822-7655-C7A9-403D678C9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CA8DCB7-A469-CA33-5533-A80DCA32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 dirty="0">
                <a:cs typeface="+mn-cs"/>
              </a:rPr>
              <a:t>DPT Vaccine and Side Effects</a:t>
            </a:r>
            <a:endParaRPr lang="ar-IQ" sz="4000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07269F1-2822-0005-D630-376358435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DPT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 Diphtheria, Pertussis, Tetanus.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Side Effects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Mild: Local swelling, slight fever.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Moderate: Shock.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Severe: Convulsions, encephalopathy (rare).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Note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 If severe reaction occurs, use D.T vaccine instead of DPT.</a:t>
            </a:r>
          </a:p>
        </p:txBody>
      </p:sp>
    </p:spTree>
    <p:extLst>
      <p:ext uri="{BB962C8B-B14F-4D97-AF65-F5344CB8AC3E}">
        <p14:creationId xmlns:p14="http://schemas.microsoft.com/office/powerpoint/2010/main" val="3486147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9E65-2355-CC7E-7DDE-80BEECBDA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7B889B8-3145-0338-FFE3-6609E975F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 dirty="0">
                <a:cs typeface="+mn-cs"/>
              </a:rPr>
              <a:t>MMR Vaccine and Side Effects</a:t>
            </a:r>
            <a:endParaRPr lang="ar-IQ" sz="4000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870276E-6D49-4D08-9D5F-C37F70B2F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Live Attenuated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 (Measles, Mumps, Rubella).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Side Effects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Fever and rash (5-15%).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Transient arthritis (rare).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Encephalopathy (very rare).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Contraindications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 Pregnancy, immunosuppression, severe allergic reactions.</a:t>
            </a:r>
          </a:p>
        </p:txBody>
      </p:sp>
    </p:spTree>
    <p:extLst>
      <p:ext uri="{BB962C8B-B14F-4D97-AF65-F5344CB8AC3E}">
        <p14:creationId xmlns:p14="http://schemas.microsoft.com/office/powerpoint/2010/main" val="1428848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BFC8-1820-3C9D-3B76-A3F0DD6C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80AF01A-A647-BC1A-3D42-D77BF28E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 dirty="0">
                <a:cs typeface="+mn-cs"/>
              </a:rPr>
              <a:t>Hepatitis B Vaccine and Side Effects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15DF76C-778A-4216-2EFD-D53EC31BA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Common Side Effects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Erythema, induration at injection site.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Fever, malaise, flu-like symptoms.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Rare: Arthritis, myalgia.</a:t>
            </a:r>
          </a:p>
        </p:txBody>
      </p:sp>
    </p:spTree>
    <p:extLst>
      <p:ext uri="{BB962C8B-B14F-4D97-AF65-F5344CB8AC3E}">
        <p14:creationId xmlns:p14="http://schemas.microsoft.com/office/powerpoint/2010/main" val="1359983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F038-FF0F-DCF0-70E8-A86A7E4E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7D2C5B6-251A-47EB-69C8-73AC828B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 dirty="0">
                <a:cs typeface="+mn-cs"/>
              </a:rPr>
              <a:t>Rota Virus Vaccine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92A9C6-DE35-790A-8109-A58FC3F96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5289"/>
            <a:ext cx="10092070" cy="3447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Side </a:t>
            </a:r>
            <a:r>
              <a:rPr kumimoji="0" lang="ar-IQ" altLang="ar-IQ" sz="32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Effects</a:t>
            </a:r>
            <a:r>
              <a:rPr kumimoji="0" lang="ar-IQ" altLang="ar-IQ" sz="3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2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Diarrhea</a:t>
            </a:r>
            <a:r>
              <a:rPr kumimoji="0" lang="ar-IQ" altLang="ar-IQ" sz="3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, </a:t>
            </a:r>
            <a:r>
              <a:rPr kumimoji="0" lang="ar-IQ" altLang="ar-IQ" sz="32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vomiting</a:t>
            </a:r>
            <a:r>
              <a:rPr kumimoji="0" lang="ar-IQ" altLang="ar-IQ" sz="3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, </a:t>
            </a:r>
            <a:r>
              <a:rPr kumimoji="0" lang="ar-IQ" altLang="ar-IQ" sz="32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nasopharyngitis</a:t>
            </a:r>
            <a:r>
              <a:rPr kumimoji="0" lang="ar-IQ" altLang="ar-IQ" sz="3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, </a:t>
            </a:r>
            <a:r>
              <a:rPr kumimoji="0" lang="ar-IQ" altLang="ar-IQ" sz="32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otitis</a:t>
            </a:r>
            <a:r>
              <a:rPr kumimoji="0" lang="ar-IQ" altLang="ar-IQ" sz="3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 </a:t>
            </a:r>
            <a:r>
              <a:rPr kumimoji="0" lang="ar-IQ" altLang="ar-IQ" sz="32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media</a:t>
            </a:r>
            <a:r>
              <a:rPr kumimoji="0" lang="ar-IQ" altLang="ar-IQ" sz="3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.</a:t>
            </a:r>
            <a:endParaRPr kumimoji="0" lang="en-US" altLang="ar-IQ" sz="32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Segoe UI Variable Text" pitchFamily="2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ar-IQ" altLang="ar-IQ" sz="32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Segoe UI Variable Text" pitchFamily="2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IQ" altLang="ar-IQ" sz="32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Contraindications</a:t>
            </a:r>
            <a:r>
              <a:rPr kumimoji="0" lang="ar-IQ" altLang="ar-IQ" sz="3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</a:t>
            </a:r>
            <a:r>
              <a:rPr kumimoji="0" lang="en-US" altLang="ar-IQ" sz="3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 Immunocompromised children should not receive live vaccines due to the risk of adverse reactions from the live virus.</a:t>
            </a:r>
            <a:br>
              <a:rPr kumimoji="0" lang="ar-IQ" altLang="ar-IQ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n-cs"/>
              </a:rPr>
            </a:br>
            <a:endParaRPr kumimoji="0" lang="ar-IQ" altLang="ar-IQ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204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17BE-AD55-ABD7-BDEA-08053C822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9FB37B8-C7AE-BD9E-8ACA-C9C218D0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4000" dirty="0">
                <a:cs typeface="+mn-cs"/>
              </a:rPr>
              <a:t>Immunization for Immunocompromised Children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19BDFB1-9A0D-4E27-DDF4-094B7F2B6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Contraindicated Vaccines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 Live bacterial or viral vaccines (e.g., MMR, rotavirus).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Postponing Vaccination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Segoe UI Variable Text" pitchFamily="2" charset="0"/>
                <a:cs typeface="+mn-cs"/>
              </a:rPr>
              <a:t>: Wait 3 months after immunosuppressive treatment.</a:t>
            </a:r>
          </a:p>
          <a:p>
            <a:pPr algn="just" rtl="0"/>
            <a:endParaRPr lang="ar-IQ" sz="32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139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DA075-83EA-4BEA-9CB7-3BD15BE7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BCE0FB-ADDD-4B37-A958-519663E8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A981E-6C01-464B-9B2A-810AFEC2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86DEB854-C63F-A951-19EB-FFC5AC42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0432"/>
            <a:ext cx="10533888" cy="2152334"/>
          </a:xfrm>
        </p:spPr>
        <p:txBody>
          <a:bodyPr anchor="b">
            <a:normAutofit fontScale="90000"/>
          </a:bodyPr>
          <a:lstStyle/>
          <a:p>
            <a:pPr algn="l" rtl="0"/>
            <a:r>
              <a:rPr lang="en-US" sz="8000" dirty="0">
                <a:solidFill>
                  <a:schemeClr val="tx2"/>
                </a:solidFill>
                <a:cs typeface="+mn-cs"/>
              </a:rPr>
              <a:t>Pre-Vaccination Assessment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710E47-0781-4953-BBDA-8EF627A7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61D20B2-4603-0232-28CE-05537ACF0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3429000"/>
            <a:ext cx="10515600" cy="2682685"/>
          </a:xfrm>
        </p:spPr>
        <p:txBody>
          <a:bodyPr anchor="t"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2"/>
                </a:solidFill>
                <a:effectLst/>
                <a:latin typeface="Segoe UI Variable Text" pitchFamily="2" charset="0"/>
                <a:cs typeface="+mn-cs"/>
              </a:rPr>
              <a:t>Questions to Ask</a:t>
            </a:r>
            <a:r>
              <a:rPr lang="en-US" sz="2000" b="0" i="0" dirty="0">
                <a:solidFill>
                  <a:schemeClr val="tx2"/>
                </a:solidFill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egoe UI Variable Text" pitchFamily="2" charset="0"/>
                <a:cs typeface="+mn-cs"/>
              </a:rPr>
              <a:t>Is the child sick today?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egoe UI Variable Text" pitchFamily="2" charset="0"/>
                <a:cs typeface="+mn-cs"/>
              </a:rPr>
              <a:t>Any severe allergies or past reactions to vaccines?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egoe UI Variable Text" pitchFamily="2" charset="0"/>
                <a:cs typeface="+mn-cs"/>
              </a:rPr>
              <a:t>Weakened immune system?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egoe UI Variable Text" pitchFamily="2" charset="0"/>
                <a:cs typeface="+mn-cs"/>
              </a:rPr>
              <a:t>Recent blood transfusion?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egoe UI Variable Text" pitchFamily="2" charset="0"/>
                <a:cs typeface="+mn-cs"/>
              </a:rPr>
              <a:t>Developmental concerns?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2"/>
                </a:solidFill>
                <a:effectLst/>
                <a:latin typeface="Segoe UI Variable Text" pitchFamily="2" charset="0"/>
                <a:cs typeface="+mn-cs"/>
              </a:rPr>
              <a:t>Important</a:t>
            </a:r>
            <a:r>
              <a:rPr lang="en-US" sz="2000" b="0" i="0" dirty="0">
                <a:solidFill>
                  <a:schemeClr val="tx2"/>
                </a:solidFill>
                <a:effectLst/>
                <a:latin typeface="Segoe UI Variable Text" pitchFamily="2" charset="0"/>
                <a:cs typeface="+mn-cs"/>
              </a:rPr>
              <a:t>: Minor illnesses like a cold or mild diarrhea are not contraindications.</a:t>
            </a:r>
          </a:p>
          <a:p>
            <a:pPr algn="l" rtl="0"/>
            <a:endParaRPr lang="ar-IQ" sz="2000" dirty="0">
              <a:solidFill>
                <a:schemeClr val="tx2"/>
              </a:solidFill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D265C-1D38-4B36-8572-366ED6A6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C536A3-D654-4FB9-BB50-B236B87BB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1ACF7F-B3F4-4E4E-AECF-076FA5AB6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76DEDF-ED9E-43F5-BD8F-87A9A7A06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6345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6EABE-C109-34D8-7C64-018AA1E3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73F88397-BFF6-0051-6131-EDACAAC7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 rtl="0"/>
            <a:r>
              <a:rPr lang="en-US" sz="3200" i="0">
                <a:solidFill>
                  <a:srgbClr val="595959"/>
                </a:solidFill>
                <a:effectLst/>
                <a:latin typeface="Segoe UI Variable Text" pitchFamily="2" charset="0"/>
                <a:cs typeface="+mn-cs"/>
              </a:rPr>
              <a:t>Nursing Actions Before Vaccine Administration</a:t>
            </a:r>
            <a:endParaRPr lang="en-US" sz="3200">
              <a:solidFill>
                <a:srgbClr val="595959"/>
              </a:solidFill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9DE583E-570E-290C-FBA5-7127001F9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UI Variable Text" pitchFamily="2" charset="0"/>
                <a:cs typeface="+mn-cs"/>
              </a:rPr>
              <a:t>General Instructions</a:t>
            </a:r>
            <a:r>
              <a:rPr lang="en-US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UI Variable Text" pitchFamily="2" charset="0"/>
                <a:cs typeface="+mn-cs"/>
              </a:rPr>
              <a:t>Ensure the child is healthy and doesn’t have contraindications.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UI Variable Text" pitchFamily="2" charset="0"/>
                <a:cs typeface="+mn-cs"/>
              </a:rPr>
              <a:t>Provide clear explanations to parents.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UI Variable Text" pitchFamily="2" charset="0"/>
                <a:cs typeface="+mn-cs"/>
              </a:rPr>
              <a:t>Administer the vaccine following correct procedures.</a:t>
            </a:r>
          </a:p>
          <a:p>
            <a:pPr algn="l" rtl="0"/>
            <a:endParaRPr lang="ar-IQ" sz="2000" dirty="0">
              <a:solidFill>
                <a:schemeClr val="tx1">
                  <a:lumMod val="65000"/>
                  <a:lumOff val="35000"/>
                </a:scheme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998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14FD3-CCFB-4CB4-1040-DA66D8161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F185B5-6FB4-45DC-9AE7-F7A26BD7E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5B116B-4263-41E0-B09F-AAFE919C0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66491" y="655607"/>
            <a:ext cx="10725509" cy="54508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1D540D3E-54B6-51B6-A4EF-B05EE692E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09" y="773011"/>
            <a:ext cx="10537898" cy="2108203"/>
          </a:xfrm>
        </p:spPr>
        <p:txBody>
          <a:bodyPr anchor="b">
            <a:normAutofit/>
          </a:bodyPr>
          <a:lstStyle/>
          <a:p>
            <a:pPr algn="ctr" rtl="0"/>
            <a:r>
              <a:rPr lang="en-US" sz="4800" i="0" dirty="0">
                <a:effectLst/>
                <a:latin typeface="Segoe UI Variable Text" pitchFamily="2" charset="0"/>
                <a:cs typeface="+mn-cs"/>
              </a:rPr>
              <a:t>Potential Reactions and Nursing Interventions</a:t>
            </a:r>
            <a:endParaRPr lang="en-US" sz="4800" dirty="0">
              <a:cs typeface="+mn-cs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49FE858-4821-6028-C62B-88EE3FB67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196" y="3067666"/>
            <a:ext cx="8666150" cy="2790394"/>
          </a:xfrm>
        </p:spPr>
        <p:txBody>
          <a:bodyPr anchor="t"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Segoe UI Variable Text" pitchFamily="2" charset="0"/>
                <a:cs typeface="+mn-cs"/>
              </a:rPr>
              <a:t>Pain with Injection</a:t>
            </a:r>
            <a:r>
              <a:rPr lang="en-US" sz="1800" b="0" i="0" dirty="0"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 Variable Text" pitchFamily="2" charset="0"/>
                <a:cs typeface="+mn-cs"/>
              </a:rPr>
              <a:t>Use topical anesthetics and distractions (e.g., bubbles, music).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Segoe UI Variable Text" pitchFamily="2" charset="0"/>
                <a:cs typeface="+mn-cs"/>
              </a:rPr>
              <a:t>Fever/Myalgia</a:t>
            </a:r>
            <a:r>
              <a:rPr lang="en-US" sz="1800" b="0" i="0" dirty="0"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 Variable Text" pitchFamily="2" charset="0"/>
                <a:cs typeface="+mn-cs"/>
              </a:rPr>
              <a:t>Administer acetaminophen.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  <a:latin typeface="Segoe UI Variable Text" pitchFamily="2" charset="0"/>
                <a:cs typeface="+mn-cs"/>
              </a:rPr>
              <a:t>Severe Reactions</a:t>
            </a:r>
            <a:r>
              <a:rPr lang="en-US" sz="1800" b="0" i="0" dirty="0">
                <a:effectLst/>
                <a:latin typeface="Segoe UI Variable Text" pitchFamily="2" charset="0"/>
                <a:cs typeface="+mn-cs"/>
              </a:rPr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egoe UI Variable Text" pitchFamily="2" charset="0"/>
                <a:cs typeface="+mn-cs"/>
              </a:rPr>
              <a:t>Monitor for allergic reactions, seizures, and provide emergency care as necessary.</a:t>
            </a:r>
          </a:p>
          <a:p>
            <a:pPr algn="l" rtl="0"/>
            <a:endParaRPr lang="ar-IQ" sz="1800" dirty="0"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F2DA1D-C1F2-44D4-8BB3-F29B9DD0B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C6FECB-D48F-4DB7-A7B4-3A9E377B1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44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C3A25-818A-6404-8F59-B286249D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DAF9350C-BBD3-B11A-A04E-240E5E962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pPr algn="l" rtl="0"/>
            <a:r>
              <a:rPr lang="en-US" sz="4000" i="0">
                <a:effectLst/>
                <a:latin typeface="Segoe UI Variable Text" pitchFamily="2" charset="0"/>
                <a:cs typeface="+mn-cs"/>
              </a:rPr>
              <a:t>Common Questions Parents May Ask</a:t>
            </a:r>
            <a:endParaRPr lang="en-US" sz="4000">
              <a:cs typeface="+mn-cs"/>
            </a:endParaRPr>
          </a:p>
        </p:txBody>
      </p:sp>
      <p:pic>
        <p:nvPicPr>
          <p:cNvPr id="7" name="Graphic 6" descr="Eye dropper">
            <a:extLst>
              <a:ext uri="{FF2B5EF4-FFF2-40B4-BE49-F238E27FC236}">
                <a16:creationId xmlns:a16="http://schemas.microsoft.com/office/drawing/2014/main" id="{E713BD81-6921-0960-2231-E8C29216E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95F1AAD-241E-15C7-1C51-99BAAAB31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Segoe UI Variable Text" pitchFamily="2" charset="0"/>
                <a:cs typeface="+mn-cs"/>
              </a:rPr>
              <a:t>What are immunizations?</a:t>
            </a:r>
            <a:r>
              <a:rPr lang="en-US" sz="2000" b="0" i="0" dirty="0">
                <a:effectLst/>
                <a:latin typeface="Segoe UI Variable Text" pitchFamily="2" charset="0"/>
                <a:cs typeface="+mn-cs"/>
              </a:rPr>
              <a:t> Vaccines stimulate the body to defend against infections.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Segoe UI Variable Text" pitchFamily="2" charset="0"/>
                <a:cs typeface="+mn-cs"/>
              </a:rPr>
              <a:t>Are immunizations safe?</a:t>
            </a:r>
            <a:r>
              <a:rPr lang="en-US" sz="2000" b="0" i="0" dirty="0">
                <a:effectLst/>
                <a:latin typeface="Segoe UI Variable Text" pitchFamily="2" charset="0"/>
                <a:cs typeface="+mn-cs"/>
              </a:rPr>
              <a:t> Most vaccines are safe; side effects are generally mild and temporary.</a:t>
            </a:r>
          </a:p>
          <a:p>
            <a:pPr algn="l" rtl="0"/>
            <a:endParaRPr lang="ar-IQ" sz="2000" dirty="0">
              <a:cs typeface="+mn-cs"/>
            </a:endParaRPr>
          </a:p>
        </p:txBody>
      </p:sp>
      <p:pic>
        <p:nvPicPr>
          <p:cNvPr id="9" name="Graphic 8" descr="Eye dropper">
            <a:extLst>
              <a:ext uri="{FF2B5EF4-FFF2-40B4-BE49-F238E27FC236}">
                <a16:creationId xmlns:a16="http://schemas.microsoft.com/office/drawing/2014/main" id="{167B0677-FFA8-411D-AA22-B5E17BF24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12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5473980B-1B31-A935-60B4-F2A15F86A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2550" y="1562669"/>
            <a:ext cx="5636113" cy="2456597"/>
          </a:xfrm>
        </p:spPr>
        <p:txBody>
          <a:bodyPr anchor="b">
            <a:normAutofit/>
          </a:bodyPr>
          <a:lstStyle/>
          <a:p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 </a:t>
            </a:r>
            <a:endParaRPr lang="ar-IQ" sz="4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عنوان فرعي 3">
            <a:extLst>
              <a:ext uri="{FF2B5EF4-FFF2-40B4-BE49-F238E27FC236}">
                <a16:creationId xmlns:a16="http://schemas.microsoft.com/office/drawing/2014/main" id="{5A0C3C02-94D7-0F15-81F9-F7DD27DC1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9309" y="4298722"/>
            <a:ext cx="4678086" cy="1148885"/>
          </a:xfrm>
        </p:spPr>
        <p:txBody>
          <a:bodyPr anchor="t">
            <a:normAutofit/>
          </a:bodyPr>
          <a:lstStyle/>
          <a:p>
            <a:endParaRPr lang="ar-IQ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 5" descr="مطبخ عصري بلون زاهٍ">
            <a:extLst>
              <a:ext uri="{FF2B5EF4-FFF2-40B4-BE49-F238E27FC236}">
                <a16:creationId xmlns:a16="http://schemas.microsoft.com/office/drawing/2014/main" id="{396FC3B4-62AC-2BC1-74A1-EFD06B3026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86" r="24670" b="-1"/>
          <a:stretch/>
        </p:blipFill>
        <p:spPr>
          <a:xfrm>
            <a:off x="-7266" y="10"/>
            <a:ext cx="3569616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72967001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870</Words>
  <Application>Microsoft Office PowerPoint</Application>
  <PresentationFormat>شاشة عريضة</PresentationFormat>
  <Paragraphs>111</Paragraphs>
  <Slides>21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Segoe UI Variable Text</vt:lpstr>
      <vt:lpstr>Symbol</vt:lpstr>
      <vt:lpstr>نسق Office</vt:lpstr>
      <vt:lpstr>Immunization Overview</vt:lpstr>
      <vt:lpstr>Immunization Overview</vt:lpstr>
      <vt:lpstr>عرض تقديمي في PowerPoint</vt:lpstr>
      <vt:lpstr>Vaccines</vt:lpstr>
      <vt:lpstr>Types of Vaccines:</vt:lpstr>
      <vt:lpstr>Types of Vaccines:</vt:lpstr>
      <vt:lpstr>The Iraqi Immunization Schedule (2018)</vt:lpstr>
      <vt:lpstr>Abbreviations in Immunization</vt:lpstr>
      <vt:lpstr>BCG Vaccine</vt:lpstr>
      <vt:lpstr>Polio Vaccines - Types</vt:lpstr>
      <vt:lpstr>Polio Vaccines - Types</vt:lpstr>
      <vt:lpstr>DPT Vaccine and Side Effects</vt:lpstr>
      <vt:lpstr>MMR Vaccine and Side Effects</vt:lpstr>
      <vt:lpstr>Hepatitis B Vaccine and Side Effects</vt:lpstr>
      <vt:lpstr>Rota Virus Vaccine</vt:lpstr>
      <vt:lpstr>Immunization for Immunocompromised Children</vt:lpstr>
      <vt:lpstr>Pre-Vaccination Assessment</vt:lpstr>
      <vt:lpstr>Nursing Actions Before Vaccine Administration</vt:lpstr>
      <vt:lpstr>Potential Reactions and Nursing Interventions</vt:lpstr>
      <vt:lpstr>Common Questions Parents May Ask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 lanter</dc:creator>
  <cp:lastModifiedBy>green lanter</cp:lastModifiedBy>
  <cp:revision>4</cp:revision>
  <dcterms:created xsi:type="dcterms:W3CDTF">2024-11-18T18:51:40Z</dcterms:created>
  <dcterms:modified xsi:type="dcterms:W3CDTF">2024-11-18T19:24:29Z</dcterms:modified>
</cp:coreProperties>
</file>