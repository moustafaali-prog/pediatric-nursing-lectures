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generated from Reflexes  2024.pdf (14 pages). Source text is reproduced verbatim in the notes of every content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objectives taken verbatim from page 2 of Reflexes  2024.pdf.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Reflexes </a:t>
            </a:r>
          </a:p>
          <a:p>
            <a:r>
              <a:t>Dr. Mohammed T Aljubori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</a:t>
            </a:r>
          </a:p>
          <a:p>
            <a:r>
              <a:t>1-</a:t>
            </a:r>
          </a:p>
          <a:p>
            <a:r>
              <a:t>Defining the importance of reflexes </a:t>
            </a:r>
          </a:p>
          <a:p>
            <a:r>
              <a:t>assessment in children.</a:t>
            </a:r>
          </a:p>
          <a:p>
            <a:r>
              <a:t>2- Demonstrate how to assess reflexes in </a:t>
            </a:r>
          </a:p>
          <a:p>
            <a:r>
              <a:t>infants.</a:t>
            </a:r>
          </a:p>
          <a:p>
            <a:r>
              <a:t>3- Discuss the type of reflexes( sucking, rooting, </a:t>
            </a:r>
          </a:p>
          <a:p>
            <a:r>
              <a:t>Babinski, startle and Moro reflexes …etc.).</a:t>
            </a:r>
          </a:p>
          <a:p>
            <a:r>
              <a:t>4- Explain the child's response to each reflex </a:t>
            </a:r>
          </a:p>
          <a:p>
            <a:r>
              <a:t>according to the offered type 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Reflexes </a:t>
            </a:r>
          </a:p>
          <a:p>
            <a:r>
              <a:t>Testing reflexes is an important part of the </a:t>
            </a:r>
          </a:p>
          <a:p>
            <a:r>
              <a:t>neurologic examination.</a:t>
            </a:r>
          </a:p>
          <a:p>
            <a:r>
              <a:t>Reflexes should be tested at the end of the </a:t>
            </a:r>
          </a:p>
          <a:p>
            <a:r>
              <a:t>examination because they may disturb the </a:t>
            </a:r>
          </a:p>
          <a:p>
            <a:r>
              <a:t>infant and interfere with auscultation.</a:t>
            </a:r>
          </a:p>
          <a:p>
            <a:r>
              <a:t>Reflexes are present at birth and disappear by </a:t>
            </a:r>
          </a:p>
          <a:p>
            <a:r>
              <a:t>9 months of age.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Classification of reflexes </a:t>
            </a:r>
          </a:p>
          <a:p>
            <a:r>
              <a:t>• Primitive reflexes: </a:t>
            </a:r>
          </a:p>
          <a:p>
            <a:r>
              <a:t>A- feeding reflexes:  sucking, rooting, and </a:t>
            </a:r>
          </a:p>
          <a:p>
            <a:r>
              <a:t>swallowing reflex</a:t>
            </a:r>
          </a:p>
          <a:p>
            <a:r>
              <a:t>B- Motor reflex: like Moro , startle , palmer, </a:t>
            </a:r>
          </a:p>
          <a:p>
            <a:r>
              <a:t>planter,…etc.</a:t>
            </a:r>
          </a:p>
          <a:p>
            <a:r>
              <a:t>• Protective reflexes: Gag, cough, and sneeze </a:t>
            </a:r>
          </a:p>
          <a:p>
            <a:r>
              <a:t>reflexes also are present in newborns to </a:t>
            </a:r>
          </a:p>
          <a:p>
            <a:r>
              <a:t>maintain a clear airway.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Primitive reflexes originate in the central nervous system and   </a:t>
            </a:r>
          </a:p>
          <a:p>
            <a:r>
              <a:t>are exhibited in normal infants</a:t>
            </a:r>
          </a:p>
          <a:p>
            <a:r>
              <a:t>• Rooting reflex: The infant turns his head toward the </a:t>
            </a:r>
          </a:p>
          <a:p>
            <a:r>
              <a:t>mother’s breast and begins to suck when his lower </a:t>
            </a:r>
          </a:p>
          <a:p>
            <a:r>
              <a:t>lip or cheek is stroked. should disappear at about age </a:t>
            </a:r>
          </a:p>
          <a:p>
            <a:r>
              <a:t>3-4 months but may persist for up to 12 months.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Sucking reflex: The infant moves his lips, mouth, and </a:t>
            </a:r>
          </a:p>
          <a:p>
            <a:r>
              <a:t>tongue and shows interest to feed. Present at birth; </a:t>
            </a:r>
          </a:p>
          <a:p>
            <a:r>
              <a:t>disappears at 10–12 months.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Startle</a:t>
            </a:r>
          </a:p>
          <a:p>
            <a:r>
              <a:t>reflexes:</a:t>
            </a:r>
          </a:p>
          <a:p>
            <a:r>
              <a:t>Sudden</a:t>
            </a:r>
          </a:p>
          <a:p>
            <a:r>
              <a:t>loud</a:t>
            </a:r>
          </a:p>
          <a:p>
            <a:r>
              <a:t>noise</a:t>
            </a:r>
          </a:p>
          <a:p>
            <a:r>
              <a:t>causes</a:t>
            </a:r>
          </a:p>
          <a:p>
            <a:r>
              <a:t>abduction of arms with flexion of elbows; hands</a:t>
            </a:r>
          </a:p>
          <a:p>
            <a:r>
              <a:t>remain clenched; disappears by age 4 months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</a:t>
            </a:r>
          </a:p>
          <a:p>
            <a:r>
              <a:t>Tonic  neck reflex (or fencing posture): The infant </a:t>
            </a:r>
          </a:p>
          <a:p>
            <a:r>
              <a:t>turns his head to one side, and the arm on that side </a:t>
            </a:r>
          </a:p>
          <a:p>
            <a:r>
              <a:t>straightens while the opposite arm bends in a fencing </a:t>
            </a:r>
          </a:p>
          <a:p>
            <a:r>
              <a:t>position.  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Moro reflex: Sudden jarring or change in </a:t>
            </a:r>
          </a:p>
          <a:p>
            <a:r>
              <a:t>equilibrium causes sudden extension and </a:t>
            </a:r>
          </a:p>
          <a:p>
            <a:r>
              <a:t>abduction of extremities and fanning of fingers, </a:t>
            </a:r>
          </a:p>
          <a:p>
            <a:r>
              <a:t>with index finger and thumb forming a C </a:t>
            </a:r>
          </a:p>
          <a:p>
            <a:r>
              <a:t>shape, followed by flexion and adduction of </a:t>
            </a:r>
          </a:p>
          <a:p>
            <a:r>
              <a:t>extremities; legs may weakly flex; infant may </a:t>
            </a:r>
          </a:p>
          <a:p>
            <a:r>
              <a:t>cry; disappears after age 3-4 months.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Grasping reflex: An object is placed in the </a:t>
            </a:r>
          </a:p>
          <a:p>
            <a:r>
              <a:t>infant’s hand, and the infant’s fingers close to </a:t>
            </a:r>
          </a:p>
          <a:p>
            <a:r>
              <a:t>grasp the object. palmar grasp lessens after age </a:t>
            </a:r>
          </a:p>
          <a:p>
            <a:r>
              <a:t>3 months, to be replaced by voluntary </a:t>
            </a:r>
          </a:p>
          <a:p>
            <a:r>
              <a:t>movement; plantar grasp lessens by 8 months </a:t>
            </a:r>
          </a:p>
          <a:p>
            <a:r>
              <a:t>of age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Babinski reflex: The sole of the foot is stroked, </a:t>
            </a:r>
          </a:p>
          <a:p>
            <a:r>
              <a:t>and the infant responds by turning the foot </a:t>
            </a:r>
          </a:p>
          <a:p>
            <a:r>
              <a:t>inward while his toes flare outward or flexion.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Dancing (or stepping) reflex: If infant is held so that </a:t>
            </a:r>
          </a:p>
          <a:p>
            <a:r>
              <a:t>sole of foot touches hard surface, there is reciprocal </a:t>
            </a:r>
          </a:p>
          <a:p>
            <a:r>
              <a:t>flexion and extension of leg, simulating walking </a:t>
            </a:r>
          </a:p>
          <a:p>
            <a:r>
              <a:t>disappears after age 3-4 weeks, to be replaced by </a:t>
            </a:r>
          </a:p>
          <a:p>
            <a:r>
              <a:t>deliberate movement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</a:t>
            </a:r>
          </a:p>
          <a:p>
            <a:r>
              <a:t>Palmar grasp: The examiner places a finger in the </a:t>
            </a:r>
          </a:p>
          <a:p>
            <a:r>
              <a:t>palm of the neonate’s hand, he neonate grasps the </a:t>
            </a:r>
          </a:p>
          <a:p>
            <a:r>
              <a:t>finger tightly; if the neonate grasps the examiner’s </a:t>
            </a:r>
          </a:p>
          <a:p>
            <a:r>
              <a:t>finger with both hands, the neonate can be pulled to a </a:t>
            </a:r>
          </a:p>
          <a:p>
            <a:r>
              <a:t>sitting position.</a:t>
            </a:r>
          </a:p>
          <a:p>
            <a:r>
              <a:t>• Plantar grasp: Place a thumb firmly against the ball of </a:t>
            </a:r>
          </a:p>
          <a:p>
            <a:r>
              <a:t>the infant’s foot, Toes flex tightly down in a grasping </a:t>
            </a:r>
          </a:p>
          <a:p>
            <a:r>
              <a:t>motion.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Content reproduced verbatim from Reflexes  2024.pdf.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85455" y="4023360"/>
            <a:ext cx="4206240" cy="2834640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3200400" cy="310896"/>
          </a:xfrm>
          <a:prstGeom prst="rect">
            <a:avLst/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30759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4A4AA8"/>
                </a:solidFill>
                <a:latin typeface="Calibri"/>
              </a:rPr>
              <a:t>PEDIATRIC NURSING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996055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14171C"/>
                </a:solidFill>
                <a:latin typeface="Georgia"/>
              </a:rPr>
              <a:t>Newborn Reflexes (2024)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27248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7A8291"/>
                </a:solidFill>
                <a:latin typeface="Georgia"/>
              </a:rPr>
              <a:t>انعكاسات حديثي الولادة (Reflexes 2024)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03320"/>
            <a:ext cx="1463040" cy="32004"/>
          </a:xfrm>
          <a:prstGeom prst="rect">
            <a:avLst/>
          </a:prstGeom>
          <a:solidFill>
            <a:srgbClr val="4A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3931920"/>
            <a:ext cx="7863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3E4654"/>
                </a:solidFill>
                <a:latin typeface="Calibri"/>
              </a:rPr>
              <a:t>Pediatric Nursing  ·  Practical Lectures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Source document: Reflexes  2024.pdf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14 pages  ·  Nursing Lectures  ·  Level 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PEDIATRIC NURSING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4A4AA8"/>
                </a:solidFill>
                <a:latin typeface="Georgia"/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Newborn Reflexes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4A4AA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Defining the importance of reflexes assessment in children.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Demonstrate how to assess reflexes in infants.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Discuss the type of reflexes( sucking, rooting, Babinski, startle and Moro reflexes …etc.).</a:t>
            </a:r>
          </a:p>
          <a:p>
            <a:pPr algn="l" marL="237744" indent="-237744">
              <a:lnSpc>
                <a:spcPct val="115000"/>
              </a:lnSpc>
              <a:spcAft>
                <a:spcPts val="900"/>
              </a:spcAft>
            </a:pPr>
            <a:r>
              <a:rPr sz="1450" b="0" i="0">
                <a:solidFill>
                  <a:srgbClr val="3E4654"/>
                </a:solidFill>
                <a:latin typeface="Calibri"/>
              </a:rPr>
              <a:t>•  Explain the child's response to each reflex according to the offered type 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A8291"/>
                </a:solidFill>
                <a:latin typeface="Calibri"/>
              </a:rPr>
              <a:t>Reflexes   ·   source page 1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A8291"/>
                </a:solidFill>
                <a:latin typeface="Calibri"/>
              </a:rPr>
              <a:t>Objectives   ·   source page 2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A8291"/>
                </a:solidFill>
                <a:latin typeface="Calibri"/>
              </a:rPr>
              <a:t>Reflexes   ·   source page 3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A8291"/>
                </a:solidFill>
                <a:latin typeface="Calibri"/>
              </a:rPr>
              <a:t>Classification of reflexes   ·   source page 4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A8291"/>
                </a:solidFill>
                <a:latin typeface="Calibri"/>
              </a:rPr>
              <a:t>Primitive reflexes originate in the central nervous system and are exhibited in normal infants   ·   source page 5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A8291"/>
                </a:solidFill>
                <a:latin typeface="Calibri"/>
              </a:rPr>
              <a:t>Newborn Reflexes (2024)   ·   source page 6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A8291"/>
                </a:solidFill>
                <a:latin typeface="Calibri"/>
              </a:rPr>
              <a:t>Newborn Reflexes (2024)   ·   source page 7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A8291"/>
                </a:solidFill>
                <a:latin typeface="Calibri"/>
              </a:rPr>
              <a:t>Newborn Reflexes (2024)   ·   source page 8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A8291"/>
                </a:solidFill>
                <a:latin typeface="Calibri"/>
              </a:rPr>
              <a:t>Newborn Reflexes (2024)   ·   source page 9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A8291"/>
                </a:solidFill>
                <a:latin typeface="Calibri"/>
              </a:rPr>
              <a:t>Newborn Reflexes (2024)   ·   source page 10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A8291"/>
                </a:solidFill>
                <a:latin typeface="Calibri"/>
              </a:rPr>
              <a:t>Newborn Reflexes (2024)   ·   source page 11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A8291"/>
                </a:solidFill>
                <a:latin typeface="Calibri"/>
              </a:rPr>
              <a:t>Newborn Reflexes (2024)   ·   source page 12 of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A8291"/>
                </a:solidFill>
                <a:latin typeface="Calibri"/>
              </a:rPr>
              <a:t>Newborn Reflexes (2024)   ·   source page 13 of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A8291"/>
                </a:solidFill>
                <a:latin typeface="Calibri"/>
              </a:rPr>
              <a:t>Newborn Reflexes (2024)   ·   source page 14 of 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gradFill rotWithShape="1">
            <a:gsLst>
              <a:gs pos="0">
                <a:srgbClr val="4A4AA8"/>
              </a:gs>
              <a:gs pos="100000">
                <a:srgbClr val="7B6F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01434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 i="0">
                <a:solidFill>
                  <a:srgbClr val="14171C"/>
                </a:solidFill>
                <a:latin typeface="Georgia"/>
              </a:rPr>
              <a:t>Document Information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3E4654"/>
                </a:solidFill>
                <a:latin typeface="Calibri"/>
              </a:rPr>
              <a:t>Newborn Reflexes (2024)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7A8291"/>
                </a:solidFill>
                <a:latin typeface="Calibri"/>
              </a:rPr>
              <a:t>انعكاسات حديثي الولادة (Reflexes 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Source file: Reflexes  2024.pdf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Pages in source: 14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Slides in this deck: 17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Course: Pediatric Nursing — Practical Lectures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7007" y="41605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EAF6F1"/>
                </a:solidFill>
                <a:latin typeface="Calibri"/>
              </a:rPr>
              <a:t>Full readable text and the original file are available on the lecture platform: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https://moustafaali-prog.github.io/pediatric-nursing-lectures/lectures/practical/Reflexes  2024.html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